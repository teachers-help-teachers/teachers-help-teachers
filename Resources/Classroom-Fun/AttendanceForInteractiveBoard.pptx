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86D788-9719-E9E1-EB06-CD32CDC49C18}" v="4" dt="2026-09-14T03:27:19.5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54" d="100"/>
          <a:sy n="54" d="100"/>
        </p:scale>
        <p:origin x="4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2A4A"/>
            </a:gs>
            <a:gs pos="55000">
              <a:srgbClr val="2E6DA4"/>
            </a:gs>
            <a:gs pos="100000">
              <a:srgbClr val="BFE3F7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Flake"/>
          <p:cNvSpPr/>
          <p:nvPr/>
        </p:nvSpPr>
        <p:spPr>
          <a:xfrm>
            <a:off x="5433012" y="1265414"/>
            <a:ext cx="95000" cy="9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Flake"/>
          <p:cNvSpPr/>
          <p:nvPr/>
        </p:nvSpPr>
        <p:spPr>
          <a:xfrm>
            <a:off x="10920868" y="405055"/>
            <a:ext cx="40000" cy="4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Flake"/>
          <p:cNvSpPr/>
          <p:nvPr/>
        </p:nvSpPr>
        <p:spPr>
          <a:xfrm>
            <a:off x="8990608" y="789620"/>
            <a:ext cx="75000" cy="7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Flake"/>
          <p:cNvSpPr/>
          <p:nvPr/>
        </p:nvSpPr>
        <p:spPr>
          <a:xfrm>
            <a:off x="9777560" y="486530"/>
            <a:ext cx="55000" cy="5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Flake"/>
          <p:cNvSpPr/>
          <p:nvPr/>
        </p:nvSpPr>
        <p:spPr>
          <a:xfrm>
            <a:off x="629072" y="720977"/>
            <a:ext cx="95000" cy="9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6" name="Flake"/>
          <p:cNvSpPr/>
          <p:nvPr/>
        </p:nvSpPr>
        <p:spPr>
          <a:xfrm>
            <a:off x="7015764" y="585989"/>
            <a:ext cx="55000" cy="5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Flake"/>
          <p:cNvSpPr/>
          <p:nvPr/>
        </p:nvSpPr>
        <p:spPr>
          <a:xfrm>
            <a:off x="1521911" y="4622519"/>
            <a:ext cx="95000" cy="9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Flake"/>
          <p:cNvSpPr/>
          <p:nvPr/>
        </p:nvSpPr>
        <p:spPr>
          <a:xfrm>
            <a:off x="991709" y="4743369"/>
            <a:ext cx="40000" cy="4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9" name="Flake"/>
          <p:cNvSpPr/>
          <p:nvPr/>
        </p:nvSpPr>
        <p:spPr>
          <a:xfrm>
            <a:off x="3745328" y="5290073"/>
            <a:ext cx="40000" cy="4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Flake"/>
          <p:cNvSpPr/>
          <p:nvPr/>
        </p:nvSpPr>
        <p:spPr>
          <a:xfrm>
            <a:off x="9682180" y="4911877"/>
            <a:ext cx="95000" cy="9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Flake"/>
          <p:cNvSpPr/>
          <p:nvPr/>
        </p:nvSpPr>
        <p:spPr>
          <a:xfrm>
            <a:off x="831970" y="1854568"/>
            <a:ext cx="40000" cy="4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Flake"/>
          <p:cNvSpPr/>
          <p:nvPr/>
        </p:nvSpPr>
        <p:spPr>
          <a:xfrm>
            <a:off x="9339287" y="1117151"/>
            <a:ext cx="75000" cy="7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Flake"/>
          <p:cNvSpPr/>
          <p:nvPr/>
        </p:nvSpPr>
        <p:spPr>
          <a:xfrm>
            <a:off x="7031986" y="1210099"/>
            <a:ext cx="40000" cy="4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Flake"/>
          <p:cNvSpPr/>
          <p:nvPr/>
        </p:nvSpPr>
        <p:spPr>
          <a:xfrm>
            <a:off x="9578342" y="2587733"/>
            <a:ext cx="55000" cy="5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Flake"/>
          <p:cNvSpPr/>
          <p:nvPr/>
        </p:nvSpPr>
        <p:spPr>
          <a:xfrm>
            <a:off x="1728987" y="4878815"/>
            <a:ext cx="55000" cy="5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Flake"/>
          <p:cNvSpPr/>
          <p:nvPr/>
        </p:nvSpPr>
        <p:spPr>
          <a:xfrm>
            <a:off x="6247794" y="817306"/>
            <a:ext cx="40000" cy="4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" name="Flake"/>
          <p:cNvSpPr/>
          <p:nvPr/>
        </p:nvSpPr>
        <p:spPr>
          <a:xfrm>
            <a:off x="9468528" y="499970"/>
            <a:ext cx="55000" cy="5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8" name="Flake"/>
          <p:cNvSpPr/>
          <p:nvPr/>
        </p:nvSpPr>
        <p:spPr>
          <a:xfrm>
            <a:off x="8328453" y="5707608"/>
            <a:ext cx="95000" cy="9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Flake"/>
          <p:cNvSpPr/>
          <p:nvPr/>
        </p:nvSpPr>
        <p:spPr>
          <a:xfrm>
            <a:off x="5270514" y="3905751"/>
            <a:ext cx="95000" cy="9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Flake"/>
          <p:cNvSpPr/>
          <p:nvPr/>
        </p:nvSpPr>
        <p:spPr>
          <a:xfrm>
            <a:off x="6066345" y="2514627"/>
            <a:ext cx="55000" cy="5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" name="Flake"/>
          <p:cNvSpPr/>
          <p:nvPr/>
        </p:nvSpPr>
        <p:spPr>
          <a:xfrm>
            <a:off x="3015985" y="5863590"/>
            <a:ext cx="55000" cy="5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2" name="Flake"/>
          <p:cNvSpPr/>
          <p:nvPr/>
        </p:nvSpPr>
        <p:spPr>
          <a:xfrm>
            <a:off x="1373299" y="4818615"/>
            <a:ext cx="75000" cy="7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Flake"/>
          <p:cNvSpPr/>
          <p:nvPr/>
        </p:nvSpPr>
        <p:spPr>
          <a:xfrm>
            <a:off x="8811335" y="4153337"/>
            <a:ext cx="75000" cy="7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4" name="Flake"/>
          <p:cNvSpPr/>
          <p:nvPr/>
        </p:nvSpPr>
        <p:spPr>
          <a:xfrm>
            <a:off x="7530188" y="2415397"/>
            <a:ext cx="40000" cy="4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5" name="Flake"/>
          <p:cNvSpPr/>
          <p:nvPr/>
        </p:nvSpPr>
        <p:spPr>
          <a:xfrm>
            <a:off x="1980815" y="4294403"/>
            <a:ext cx="95000" cy="9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6" name="Flake"/>
          <p:cNvSpPr/>
          <p:nvPr/>
        </p:nvSpPr>
        <p:spPr>
          <a:xfrm>
            <a:off x="2767604" y="6351358"/>
            <a:ext cx="75000" cy="7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7" name="Flake"/>
          <p:cNvSpPr/>
          <p:nvPr/>
        </p:nvSpPr>
        <p:spPr>
          <a:xfrm>
            <a:off x="2549877" y="4101719"/>
            <a:ext cx="95000" cy="9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8" name="Flake"/>
          <p:cNvSpPr/>
          <p:nvPr/>
        </p:nvSpPr>
        <p:spPr>
          <a:xfrm>
            <a:off x="657788" y="5605400"/>
            <a:ext cx="40000" cy="4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9" name="Flake"/>
          <p:cNvSpPr/>
          <p:nvPr/>
        </p:nvSpPr>
        <p:spPr>
          <a:xfrm>
            <a:off x="9362957" y="4806889"/>
            <a:ext cx="75000" cy="7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0" name="Flake"/>
          <p:cNvSpPr/>
          <p:nvPr/>
        </p:nvSpPr>
        <p:spPr>
          <a:xfrm>
            <a:off x="5706306" y="5832560"/>
            <a:ext cx="75000" cy="7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1" name="Flake"/>
          <p:cNvSpPr/>
          <p:nvPr/>
        </p:nvSpPr>
        <p:spPr>
          <a:xfrm>
            <a:off x="9971871" y="4166410"/>
            <a:ext cx="95000" cy="9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2" name="Flake"/>
          <p:cNvSpPr/>
          <p:nvPr/>
        </p:nvSpPr>
        <p:spPr>
          <a:xfrm>
            <a:off x="1153650" y="785140"/>
            <a:ext cx="75000" cy="7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3" name="Flake"/>
          <p:cNvSpPr/>
          <p:nvPr/>
        </p:nvSpPr>
        <p:spPr>
          <a:xfrm>
            <a:off x="7954050" y="5847212"/>
            <a:ext cx="40000" cy="4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4" name="Flake"/>
          <p:cNvSpPr/>
          <p:nvPr/>
        </p:nvSpPr>
        <p:spPr>
          <a:xfrm>
            <a:off x="1017864" y="6133409"/>
            <a:ext cx="75000" cy="7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5" name="Flake"/>
          <p:cNvSpPr/>
          <p:nvPr/>
        </p:nvSpPr>
        <p:spPr>
          <a:xfrm>
            <a:off x="10857020" y="4848164"/>
            <a:ext cx="95000" cy="9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6" name="Flake"/>
          <p:cNvSpPr/>
          <p:nvPr/>
        </p:nvSpPr>
        <p:spPr>
          <a:xfrm>
            <a:off x="4774720" y="6011509"/>
            <a:ext cx="95000" cy="9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7" name="Flake"/>
          <p:cNvSpPr/>
          <p:nvPr/>
        </p:nvSpPr>
        <p:spPr>
          <a:xfrm>
            <a:off x="11218131" y="2910891"/>
            <a:ext cx="40000" cy="4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8" name="Flake"/>
          <p:cNvSpPr/>
          <p:nvPr/>
        </p:nvSpPr>
        <p:spPr>
          <a:xfrm>
            <a:off x="7745961" y="2981849"/>
            <a:ext cx="55000" cy="5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9" name="Flake"/>
          <p:cNvSpPr/>
          <p:nvPr/>
        </p:nvSpPr>
        <p:spPr>
          <a:xfrm>
            <a:off x="10249529" y="982270"/>
            <a:ext cx="95000" cy="9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0" name="Flake"/>
          <p:cNvSpPr/>
          <p:nvPr/>
        </p:nvSpPr>
        <p:spPr>
          <a:xfrm>
            <a:off x="989091" y="1830459"/>
            <a:ext cx="75000" cy="7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1" name="Flake"/>
          <p:cNvSpPr/>
          <p:nvPr/>
        </p:nvSpPr>
        <p:spPr>
          <a:xfrm>
            <a:off x="2169968" y="6193840"/>
            <a:ext cx="55000" cy="5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2" name="Flake"/>
          <p:cNvSpPr/>
          <p:nvPr/>
        </p:nvSpPr>
        <p:spPr>
          <a:xfrm>
            <a:off x="6675615" y="3279523"/>
            <a:ext cx="95000" cy="9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3" name="Flake"/>
          <p:cNvSpPr/>
          <p:nvPr/>
        </p:nvSpPr>
        <p:spPr>
          <a:xfrm>
            <a:off x="1351929" y="1395581"/>
            <a:ext cx="95000" cy="9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4" name="Flake"/>
          <p:cNvSpPr/>
          <p:nvPr/>
        </p:nvSpPr>
        <p:spPr>
          <a:xfrm>
            <a:off x="6738472" y="4609036"/>
            <a:ext cx="75000" cy="7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5" name="Flake"/>
          <p:cNvSpPr/>
          <p:nvPr/>
        </p:nvSpPr>
        <p:spPr>
          <a:xfrm>
            <a:off x="2297239" y="3611477"/>
            <a:ext cx="75000" cy="7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"/>
          <p:cNvSpPr txBox="1"/>
          <p:nvPr/>
        </p:nvSpPr>
        <p:spPr>
          <a:xfrm>
            <a:off x="596000" y="180000"/>
            <a:ext cx="11000000" cy="10000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CA" sz="3200" b="1" dirty="0">
                <a:solidFill>
                  <a:srgbClr val="FFFFFF"/>
                </a:solidFill>
                <a:latin typeface="Verdana"/>
              </a:rPr>
              <a:t>Good Morning! Tap your snowman.</a:t>
            </a:r>
          </a:p>
          <a:p>
            <a:pPr algn="ctr"/>
            <a:r>
              <a:rPr lang="en-CA" sz="1400" dirty="0">
                <a:solidFill>
                  <a:srgbClr val="BFE3F7"/>
                </a:solidFill>
                <a:latin typeface="Verdana"/>
              </a:rPr>
              <a:t>Snowmen still on the board are the friends we miss today.</a:t>
            </a:r>
          </a:p>
        </p:txBody>
      </p:sp>
      <p:grpSp>
        <p:nvGrpSpPr>
          <p:cNvPr id="146" name="Snowman Ava"/>
          <p:cNvGrpSpPr/>
          <p:nvPr/>
        </p:nvGrpSpPr>
        <p:grpSpPr>
          <a:xfrm>
            <a:off x="593298" y="1333500"/>
            <a:ext cx="1251803" cy="1380000"/>
            <a:chOff x="0" y="0"/>
            <a:chExt cx="1660000" cy="1830000"/>
          </a:xfrm>
        </p:grpSpPr>
        <p:cxnSp>
          <p:nvCxnSpPr>
            <p:cNvPr id="147" name="Arm L"/>
            <p:cNvCxnSpPr/>
            <p:nvPr/>
          </p:nvCxnSpPr>
          <p:spPr>
            <a:xfrm flipV="1">
              <a:off x="20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cxnSp>
          <p:nvCxnSpPr>
            <p:cNvPr id="148" name="Arm R"/>
            <p:cNvCxnSpPr/>
            <p:nvPr/>
          </p:nvCxnSpPr>
          <p:spPr>
            <a:xfrm flipV="1">
              <a:off x="119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sp>
          <p:nvSpPr>
            <p:cNvPr id="149" name="Mitten L"/>
            <p:cNvSpPr/>
            <p:nvPr/>
          </p:nvSpPr>
          <p:spPr>
            <a:xfrm>
              <a:off x="130000" y="665000"/>
              <a:ext cx="140000" cy="140000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Mitten R"/>
            <p:cNvSpPr/>
            <p:nvPr/>
          </p:nvSpPr>
          <p:spPr>
            <a:xfrm>
              <a:off x="1370000" y="665000"/>
              <a:ext cx="140000" cy="140000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Bottom"/>
            <p:cNvSpPr/>
            <p:nvPr/>
          </p:nvSpPr>
          <p:spPr>
            <a:xfrm>
              <a:off x="380000" y="1120000"/>
              <a:ext cx="880000" cy="44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Middle"/>
            <p:cNvSpPr/>
            <p:nvPr/>
          </p:nvSpPr>
          <p:spPr>
            <a:xfrm>
              <a:off x="450000" y="690000"/>
              <a:ext cx="74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Head"/>
            <p:cNvSpPr/>
            <p:nvPr/>
          </p:nvSpPr>
          <p:spPr>
            <a:xfrm>
              <a:off x="540000" y="200000"/>
              <a:ext cx="560000" cy="52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Scarf"/>
            <p:cNvSpPr/>
            <p:nvPr/>
          </p:nvSpPr>
          <p:spPr>
            <a:xfrm>
              <a:off x="545000" y="700000"/>
              <a:ext cx="555000" cy="80000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Scarf tail"/>
            <p:cNvSpPr/>
            <p:nvPr/>
          </p:nvSpPr>
          <p:spPr>
            <a:xfrm>
              <a:off x="1015000" y="760000"/>
              <a:ext cx="85000" cy="250000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Cheek L"/>
            <p:cNvSpPr/>
            <p:nvPr/>
          </p:nvSpPr>
          <p:spPr>
            <a:xfrm>
              <a:off x="610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Cheek R"/>
            <p:cNvSpPr/>
            <p:nvPr/>
          </p:nvSpPr>
          <p:spPr>
            <a:xfrm>
              <a:off x="925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Eye L"/>
            <p:cNvSpPr/>
            <p:nvPr/>
          </p:nvSpPr>
          <p:spPr>
            <a:xfrm>
              <a:off x="68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Eye R"/>
            <p:cNvSpPr/>
            <p:nvPr/>
          </p:nvSpPr>
          <p:spPr>
            <a:xfrm>
              <a:off x="89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Sparkle L"/>
            <p:cNvSpPr/>
            <p:nvPr/>
          </p:nvSpPr>
          <p:spPr>
            <a:xfrm>
              <a:off x="70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Sparkle R"/>
            <p:cNvSpPr/>
            <p:nvPr/>
          </p:nvSpPr>
          <p:spPr>
            <a:xfrm>
              <a:off x="91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Nose"/>
            <p:cNvSpPr/>
            <p:nvPr/>
          </p:nvSpPr>
          <p:spPr>
            <a:xfrm>
              <a:off x="780000" y="460000"/>
              <a:ext cx="120000" cy="58000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Smile 0"/>
            <p:cNvSpPr/>
            <p:nvPr/>
          </p:nvSpPr>
          <p:spPr>
            <a:xfrm>
              <a:off x="70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Smile 1"/>
            <p:cNvSpPr/>
            <p:nvPr/>
          </p:nvSpPr>
          <p:spPr>
            <a:xfrm>
              <a:off x="77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Smile 2"/>
            <p:cNvSpPr/>
            <p:nvPr/>
          </p:nvSpPr>
          <p:spPr>
            <a:xfrm>
              <a:off x="85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Smile 3"/>
            <p:cNvSpPr/>
            <p:nvPr/>
          </p:nvSpPr>
          <p:spPr>
            <a:xfrm>
              <a:off x="92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Hat brim"/>
            <p:cNvSpPr/>
            <p:nvPr/>
          </p:nvSpPr>
          <p:spPr>
            <a:xfrm>
              <a:off x="565000" y="225000"/>
              <a:ext cx="520000" cy="700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Hat"/>
            <p:cNvSpPr/>
            <p:nvPr/>
          </p:nvSpPr>
          <p:spPr>
            <a:xfrm>
              <a:off x="620000" y="90000"/>
              <a:ext cx="410000" cy="150000"/>
            </a:xfrm>
            <a:prstGeom prst="roundRect">
              <a:avLst/>
            </a:prstGeom>
            <a:solidFill>
              <a:srgbClr val="E8505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om"/>
            <p:cNvSpPr/>
            <p:nvPr/>
          </p:nvSpPr>
          <p:spPr>
            <a:xfrm>
              <a:off x="770000" y="10000"/>
              <a:ext cx="115000" cy="1150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BFE3F7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Button 0"/>
            <p:cNvSpPr/>
            <p:nvPr/>
          </p:nvSpPr>
          <p:spPr>
            <a:xfrm>
              <a:off x="790000" y="88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Button 1"/>
            <p:cNvSpPr/>
            <p:nvPr/>
          </p:nvSpPr>
          <p:spPr>
            <a:xfrm>
              <a:off x="790000" y="101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Button 2"/>
            <p:cNvSpPr/>
            <p:nvPr/>
          </p:nvSpPr>
          <p:spPr>
            <a:xfrm>
              <a:off x="790000" y="114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Name Ava"/>
            <p:cNvSpPr txBox="1"/>
            <p:nvPr/>
          </p:nvSpPr>
          <p:spPr>
            <a:xfrm>
              <a:off x="180000" y="1590000"/>
              <a:ext cx="1300000" cy="235000"/>
            </a:xfrm>
            <a:prstGeom prst="roundRect">
              <a:avLst>
                <a:gd name="adj" fmla="val 32000"/>
              </a:avLst>
            </a:prstGeom>
            <a:solidFill>
              <a:srgbClr val="FFFFFF"/>
            </a:solidFill>
            <a:ln w="19050">
              <a:solidFill>
                <a:srgbClr val="2E75B6"/>
              </a:solidFill>
            </a:ln>
          </p:spPr>
          <p:txBody>
            <a:bodyPr lIns="18000" tIns="18000" rIns="18000" bIns="18000" anchor="ctr">
              <a:noAutofit/>
            </a:bodyPr>
            <a:lstStyle/>
            <a:p>
              <a:pPr algn="ctr"/>
              <a:r>
                <a:rPr lang="en-CA" sz="1600" b="1" dirty="0">
                  <a:solidFill>
                    <a:srgbClr val="1F3864"/>
                  </a:solidFill>
                  <a:latin typeface="Verdana"/>
                </a:rPr>
                <a:t>Ava</a:t>
              </a:r>
            </a:p>
          </p:txBody>
        </p:sp>
      </p:grpSp>
      <p:grpSp>
        <p:nvGrpSpPr>
          <p:cNvPr id="174" name="Snowman Liam"/>
          <p:cNvGrpSpPr/>
          <p:nvPr/>
        </p:nvGrpSpPr>
        <p:grpSpPr>
          <a:xfrm>
            <a:off x="3031698" y="1333500"/>
            <a:ext cx="1251803" cy="1380000"/>
            <a:chOff x="0" y="0"/>
            <a:chExt cx="1660000" cy="1830000"/>
          </a:xfrm>
        </p:grpSpPr>
        <p:cxnSp>
          <p:nvCxnSpPr>
            <p:cNvPr id="175" name="Arm L"/>
            <p:cNvCxnSpPr/>
            <p:nvPr/>
          </p:nvCxnSpPr>
          <p:spPr>
            <a:xfrm flipV="1">
              <a:off x="20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cxnSp>
          <p:nvCxnSpPr>
            <p:cNvPr id="176" name="Arm R"/>
            <p:cNvCxnSpPr/>
            <p:nvPr/>
          </p:nvCxnSpPr>
          <p:spPr>
            <a:xfrm flipV="1">
              <a:off x="119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sp>
          <p:nvSpPr>
            <p:cNvPr id="177" name="Mitten L"/>
            <p:cNvSpPr/>
            <p:nvPr/>
          </p:nvSpPr>
          <p:spPr>
            <a:xfrm>
              <a:off x="130000" y="665000"/>
              <a:ext cx="140000" cy="14000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Mitten R"/>
            <p:cNvSpPr/>
            <p:nvPr/>
          </p:nvSpPr>
          <p:spPr>
            <a:xfrm>
              <a:off x="1370000" y="665000"/>
              <a:ext cx="140000" cy="14000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Bottom"/>
            <p:cNvSpPr/>
            <p:nvPr/>
          </p:nvSpPr>
          <p:spPr>
            <a:xfrm>
              <a:off x="380000" y="1120000"/>
              <a:ext cx="880000" cy="44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Middle"/>
            <p:cNvSpPr/>
            <p:nvPr/>
          </p:nvSpPr>
          <p:spPr>
            <a:xfrm>
              <a:off x="450000" y="690000"/>
              <a:ext cx="74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Head"/>
            <p:cNvSpPr/>
            <p:nvPr/>
          </p:nvSpPr>
          <p:spPr>
            <a:xfrm>
              <a:off x="540000" y="200000"/>
              <a:ext cx="560000" cy="52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Scarf"/>
            <p:cNvSpPr/>
            <p:nvPr/>
          </p:nvSpPr>
          <p:spPr>
            <a:xfrm>
              <a:off x="545000" y="700000"/>
              <a:ext cx="555000" cy="80000"/>
            </a:xfrm>
            <a:prstGeom prst="round2SameRect">
              <a:avLst/>
            </a:prstGeom>
            <a:solidFill>
              <a:srgbClr val="2E75B6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Scarf tail"/>
            <p:cNvSpPr/>
            <p:nvPr/>
          </p:nvSpPr>
          <p:spPr>
            <a:xfrm>
              <a:off x="1015000" y="760000"/>
              <a:ext cx="85000" cy="250000"/>
            </a:xfrm>
            <a:prstGeom prst="round2SameRect">
              <a:avLst/>
            </a:prstGeom>
            <a:solidFill>
              <a:srgbClr val="2E75B6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Cheek L"/>
            <p:cNvSpPr/>
            <p:nvPr/>
          </p:nvSpPr>
          <p:spPr>
            <a:xfrm>
              <a:off x="610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Cheek R"/>
            <p:cNvSpPr/>
            <p:nvPr/>
          </p:nvSpPr>
          <p:spPr>
            <a:xfrm>
              <a:off x="925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Eye L"/>
            <p:cNvSpPr/>
            <p:nvPr/>
          </p:nvSpPr>
          <p:spPr>
            <a:xfrm>
              <a:off x="68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Eye R"/>
            <p:cNvSpPr/>
            <p:nvPr/>
          </p:nvSpPr>
          <p:spPr>
            <a:xfrm>
              <a:off x="89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Sparkle L"/>
            <p:cNvSpPr/>
            <p:nvPr/>
          </p:nvSpPr>
          <p:spPr>
            <a:xfrm>
              <a:off x="70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Sparkle R"/>
            <p:cNvSpPr/>
            <p:nvPr/>
          </p:nvSpPr>
          <p:spPr>
            <a:xfrm>
              <a:off x="91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Nose"/>
            <p:cNvSpPr/>
            <p:nvPr/>
          </p:nvSpPr>
          <p:spPr>
            <a:xfrm>
              <a:off x="780000" y="460000"/>
              <a:ext cx="120000" cy="58000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Smile 0"/>
            <p:cNvSpPr/>
            <p:nvPr/>
          </p:nvSpPr>
          <p:spPr>
            <a:xfrm>
              <a:off x="70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Smile 1"/>
            <p:cNvSpPr/>
            <p:nvPr/>
          </p:nvSpPr>
          <p:spPr>
            <a:xfrm>
              <a:off x="77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Smile 2"/>
            <p:cNvSpPr/>
            <p:nvPr/>
          </p:nvSpPr>
          <p:spPr>
            <a:xfrm>
              <a:off x="85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Smile 3"/>
            <p:cNvSpPr/>
            <p:nvPr/>
          </p:nvSpPr>
          <p:spPr>
            <a:xfrm>
              <a:off x="92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Hat brim"/>
            <p:cNvSpPr/>
            <p:nvPr/>
          </p:nvSpPr>
          <p:spPr>
            <a:xfrm>
              <a:off x="565000" y="225000"/>
              <a:ext cx="520000" cy="70000"/>
            </a:xfrm>
            <a:prstGeom prst="roundRect">
              <a:avLst/>
            </a:prstGeom>
            <a:solidFill>
              <a:srgbClr val="2E75B6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Hat"/>
            <p:cNvSpPr/>
            <p:nvPr/>
          </p:nvSpPr>
          <p:spPr>
            <a:xfrm>
              <a:off x="620000" y="90000"/>
              <a:ext cx="410000" cy="150000"/>
            </a:xfrm>
            <a:prstGeom prst="roundRect">
              <a:avLst/>
            </a:prstGeom>
            <a:solidFill>
              <a:srgbClr val="E8505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Pom"/>
            <p:cNvSpPr/>
            <p:nvPr/>
          </p:nvSpPr>
          <p:spPr>
            <a:xfrm>
              <a:off x="770000" y="10000"/>
              <a:ext cx="115000" cy="1150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BFE3F7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Button 0"/>
            <p:cNvSpPr/>
            <p:nvPr/>
          </p:nvSpPr>
          <p:spPr>
            <a:xfrm>
              <a:off x="790000" y="88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Button 1"/>
            <p:cNvSpPr/>
            <p:nvPr/>
          </p:nvSpPr>
          <p:spPr>
            <a:xfrm>
              <a:off x="790000" y="101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Button 2"/>
            <p:cNvSpPr/>
            <p:nvPr/>
          </p:nvSpPr>
          <p:spPr>
            <a:xfrm>
              <a:off x="790000" y="114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Name Liam"/>
            <p:cNvSpPr txBox="1"/>
            <p:nvPr/>
          </p:nvSpPr>
          <p:spPr>
            <a:xfrm>
              <a:off x="180000" y="1590000"/>
              <a:ext cx="1300000" cy="235000"/>
            </a:xfrm>
            <a:prstGeom prst="roundRect">
              <a:avLst>
                <a:gd name="adj" fmla="val 32000"/>
              </a:avLst>
            </a:prstGeom>
            <a:solidFill>
              <a:srgbClr val="FFFFFF"/>
            </a:solidFill>
            <a:ln w="19050">
              <a:solidFill>
                <a:srgbClr val="2E75B6"/>
              </a:solidFill>
            </a:ln>
          </p:spPr>
          <p:txBody>
            <a:bodyPr lIns="18000" tIns="18000" rIns="18000" bIns="18000" anchor="ctr">
              <a:noAutofit/>
            </a:bodyPr>
            <a:lstStyle/>
            <a:p>
              <a:pPr algn="ctr"/>
              <a:r>
                <a:rPr lang="en-CA" sz="1600" b="1" dirty="0">
                  <a:solidFill>
                    <a:srgbClr val="1F3864"/>
                  </a:solidFill>
                  <a:latin typeface="Verdana"/>
                </a:rPr>
                <a:t>Liam</a:t>
              </a:r>
            </a:p>
          </p:txBody>
        </p:sp>
      </p:grpSp>
      <p:grpSp>
        <p:nvGrpSpPr>
          <p:cNvPr id="202" name="Snowman Mia"/>
          <p:cNvGrpSpPr/>
          <p:nvPr/>
        </p:nvGrpSpPr>
        <p:grpSpPr>
          <a:xfrm>
            <a:off x="5470098" y="1333500"/>
            <a:ext cx="1251803" cy="1380000"/>
            <a:chOff x="0" y="0"/>
            <a:chExt cx="1660000" cy="1830000"/>
          </a:xfrm>
        </p:grpSpPr>
        <p:cxnSp>
          <p:nvCxnSpPr>
            <p:cNvPr id="203" name="Arm L"/>
            <p:cNvCxnSpPr/>
            <p:nvPr/>
          </p:nvCxnSpPr>
          <p:spPr>
            <a:xfrm flipV="1">
              <a:off x="20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cxnSp>
          <p:nvCxnSpPr>
            <p:cNvPr id="204" name="Arm R"/>
            <p:cNvCxnSpPr/>
            <p:nvPr/>
          </p:nvCxnSpPr>
          <p:spPr>
            <a:xfrm flipV="1">
              <a:off x="119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sp>
          <p:nvSpPr>
            <p:cNvPr id="205" name="Mitten L"/>
            <p:cNvSpPr/>
            <p:nvPr/>
          </p:nvSpPr>
          <p:spPr>
            <a:xfrm>
              <a:off x="130000" y="665000"/>
              <a:ext cx="140000" cy="140000"/>
            </a:xfrm>
            <a:prstGeom prst="ellipse">
              <a:avLst/>
            </a:prstGeom>
            <a:solidFill>
              <a:srgbClr val="00874A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Mitten R"/>
            <p:cNvSpPr/>
            <p:nvPr/>
          </p:nvSpPr>
          <p:spPr>
            <a:xfrm>
              <a:off x="1370000" y="665000"/>
              <a:ext cx="140000" cy="140000"/>
            </a:xfrm>
            <a:prstGeom prst="ellipse">
              <a:avLst/>
            </a:prstGeom>
            <a:solidFill>
              <a:srgbClr val="00874A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Bottom"/>
            <p:cNvSpPr/>
            <p:nvPr/>
          </p:nvSpPr>
          <p:spPr>
            <a:xfrm>
              <a:off x="380000" y="1120000"/>
              <a:ext cx="880000" cy="44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Middle"/>
            <p:cNvSpPr/>
            <p:nvPr/>
          </p:nvSpPr>
          <p:spPr>
            <a:xfrm>
              <a:off x="450000" y="690000"/>
              <a:ext cx="74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Head"/>
            <p:cNvSpPr/>
            <p:nvPr/>
          </p:nvSpPr>
          <p:spPr>
            <a:xfrm>
              <a:off x="540000" y="200000"/>
              <a:ext cx="560000" cy="52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Scarf"/>
            <p:cNvSpPr/>
            <p:nvPr/>
          </p:nvSpPr>
          <p:spPr>
            <a:xfrm>
              <a:off x="545000" y="700000"/>
              <a:ext cx="555000" cy="80000"/>
            </a:xfrm>
            <a:prstGeom prst="round2SameRect">
              <a:avLst/>
            </a:prstGeom>
            <a:solidFill>
              <a:srgbClr val="00874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Scarf tail"/>
            <p:cNvSpPr/>
            <p:nvPr/>
          </p:nvSpPr>
          <p:spPr>
            <a:xfrm>
              <a:off x="1015000" y="760000"/>
              <a:ext cx="85000" cy="250000"/>
            </a:xfrm>
            <a:prstGeom prst="round2SameRect">
              <a:avLst/>
            </a:prstGeom>
            <a:solidFill>
              <a:srgbClr val="00874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Cheek L"/>
            <p:cNvSpPr/>
            <p:nvPr/>
          </p:nvSpPr>
          <p:spPr>
            <a:xfrm>
              <a:off x="610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Cheek R"/>
            <p:cNvSpPr/>
            <p:nvPr/>
          </p:nvSpPr>
          <p:spPr>
            <a:xfrm>
              <a:off x="925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Eye L"/>
            <p:cNvSpPr/>
            <p:nvPr/>
          </p:nvSpPr>
          <p:spPr>
            <a:xfrm>
              <a:off x="68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Eye R"/>
            <p:cNvSpPr/>
            <p:nvPr/>
          </p:nvSpPr>
          <p:spPr>
            <a:xfrm>
              <a:off x="89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Sparkle L"/>
            <p:cNvSpPr/>
            <p:nvPr/>
          </p:nvSpPr>
          <p:spPr>
            <a:xfrm>
              <a:off x="70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Sparkle R"/>
            <p:cNvSpPr/>
            <p:nvPr/>
          </p:nvSpPr>
          <p:spPr>
            <a:xfrm>
              <a:off x="91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Nose"/>
            <p:cNvSpPr/>
            <p:nvPr/>
          </p:nvSpPr>
          <p:spPr>
            <a:xfrm>
              <a:off x="780000" y="460000"/>
              <a:ext cx="120000" cy="58000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Smile 0"/>
            <p:cNvSpPr/>
            <p:nvPr/>
          </p:nvSpPr>
          <p:spPr>
            <a:xfrm>
              <a:off x="70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Smile 1"/>
            <p:cNvSpPr/>
            <p:nvPr/>
          </p:nvSpPr>
          <p:spPr>
            <a:xfrm>
              <a:off x="77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Smile 2"/>
            <p:cNvSpPr/>
            <p:nvPr/>
          </p:nvSpPr>
          <p:spPr>
            <a:xfrm>
              <a:off x="85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Smile 3"/>
            <p:cNvSpPr/>
            <p:nvPr/>
          </p:nvSpPr>
          <p:spPr>
            <a:xfrm>
              <a:off x="92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Hat brim"/>
            <p:cNvSpPr/>
            <p:nvPr/>
          </p:nvSpPr>
          <p:spPr>
            <a:xfrm>
              <a:off x="565000" y="225000"/>
              <a:ext cx="520000" cy="70000"/>
            </a:xfrm>
            <a:prstGeom prst="roundRect">
              <a:avLst/>
            </a:prstGeom>
            <a:solidFill>
              <a:srgbClr val="00874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Hat"/>
            <p:cNvSpPr/>
            <p:nvPr/>
          </p:nvSpPr>
          <p:spPr>
            <a:xfrm>
              <a:off x="620000" y="90000"/>
              <a:ext cx="410000" cy="150000"/>
            </a:xfrm>
            <a:prstGeom prst="roundRect">
              <a:avLst/>
            </a:prstGeom>
            <a:solidFill>
              <a:srgbClr val="F2B70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Pom"/>
            <p:cNvSpPr/>
            <p:nvPr/>
          </p:nvSpPr>
          <p:spPr>
            <a:xfrm>
              <a:off x="770000" y="10000"/>
              <a:ext cx="115000" cy="1150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BFE3F7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Button 0"/>
            <p:cNvSpPr/>
            <p:nvPr/>
          </p:nvSpPr>
          <p:spPr>
            <a:xfrm>
              <a:off x="790000" y="88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Button 1"/>
            <p:cNvSpPr/>
            <p:nvPr/>
          </p:nvSpPr>
          <p:spPr>
            <a:xfrm>
              <a:off x="790000" y="101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Button 2"/>
            <p:cNvSpPr/>
            <p:nvPr/>
          </p:nvSpPr>
          <p:spPr>
            <a:xfrm>
              <a:off x="790000" y="114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Name Mia"/>
            <p:cNvSpPr txBox="1"/>
            <p:nvPr/>
          </p:nvSpPr>
          <p:spPr>
            <a:xfrm>
              <a:off x="180000" y="1590000"/>
              <a:ext cx="1300000" cy="235000"/>
            </a:xfrm>
            <a:prstGeom prst="roundRect">
              <a:avLst>
                <a:gd name="adj" fmla="val 32000"/>
              </a:avLst>
            </a:prstGeom>
            <a:solidFill>
              <a:srgbClr val="FFFFFF"/>
            </a:solidFill>
            <a:ln w="19050">
              <a:solidFill>
                <a:srgbClr val="2E75B6"/>
              </a:solidFill>
            </a:ln>
          </p:spPr>
          <p:txBody>
            <a:bodyPr lIns="18000" tIns="18000" rIns="18000" bIns="18000" anchor="ctr">
              <a:noAutofit/>
            </a:bodyPr>
            <a:lstStyle/>
            <a:p>
              <a:pPr algn="ctr"/>
              <a:r>
                <a:rPr lang="en-CA" sz="1600" b="1" dirty="0">
                  <a:solidFill>
                    <a:srgbClr val="1F3864"/>
                  </a:solidFill>
                  <a:latin typeface="Verdana"/>
                </a:rPr>
                <a:t>Mia</a:t>
              </a:r>
            </a:p>
          </p:txBody>
        </p:sp>
      </p:grpSp>
      <p:grpSp>
        <p:nvGrpSpPr>
          <p:cNvPr id="230" name="Snowman Noah"/>
          <p:cNvGrpSpPr/>
          <p:nvPr/>
        </p:nvGrpSpPr>
        <p:grpSpPr>
          <a:xfrm>
            <a:off x="7908498" y="1333500"/>
            <a:ext cx="1251803" cy="1380000"/>
            <a:chOff x="0" y="0"/>
            <a:chExt cx="1660000" cy="1830000"/>
          </a:xfrm>
        </p:grpSpPr>
        <p:cxnSp>
          <p:nvCxnSpPr>
            <p:cNvPr id="231" name="Arm L"/>
            <p:cNvCxnSpPr/>
            <p:nvPr/>
          </p:nvCxnSpPr>
          <p:spPr>
            <a:xfrm flipV="1">
              <a:off x="20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cxnSp>
          <p:nvCxnSpPr>
            <p:cNvPr id="232" name="Arm R"/>
            <p:cNvCxnSpPr/>
            <p:nvPr/>
          </p:nvCxnSpPr>
          <p:spPr>
            <a:xfrm flipV="1">
              <a:off x="119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sp>
          <p:nvSpPr>
            <p:cNvPr id="233" name="Mitten L"/>
            <p:cNvSpPr/>
            <p:nvPr/>
          </p:nvSpPr>
          <p:spPr>
            <a:xfrm>
              <a:off x="130000" y="665000"/>
              <a:ext cx="140000" cy="140000"/>
            </a:xfrm>
            <a:prstGeom prst="ellipse">
              <a:avLst/>
            </a:prstGeom>
            <a:solidFill>
              <a:srgbClr val="7030A0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Mitten R"/>
            <p:cNvSpPr/>
            <p:nvPr/>
          </p:nvSpPr>
          <p:spPr>
            <a:xfrm>
              <a:off x="1370000" y="665000"/>
              <a:ext cx="140000" cy="140000"/>
            </a:xfrm>
            <a:prstGeom prst="ellipse">
              <a:avLst/>
            </a:prstGeom>
            <a:solidFill>
              <a:srgbClr val="7030A0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Bottom"/>
            <p:cNvSpPr/>
            <p:nvPr/>
          </p:nvSpPr>
          <p:spPr>
            <a:xfrm>
              <a:off x="380000" y="1120000"/>
              <a:ext cx="880000" cy="44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Middle"/>
            <p:cNvSpPr/>
            <p:nvPr/>
          </p:nvSpPr>
          <p:spPr>
            <a:xfrm>
              <a:off x="450000" y="690000"/>
              <a:ext cx="74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Head"/>
            <p:cNvSpPr/>
            <p:nvPr/>
          </p:nvSpPr>
          <p:spPr>
            <a:xfrm>
              <a:off x="540000" y="200000"/>
              <a:ext cx="560000" cy="52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Scarf"/>
            <p:cNvSpPr/>
            <p:nvPr/>
          </p:nvSpPr>
          <p:spPr>
            <a:xfrm>
              <a:off x="545000" y="700000"/>
              <a:ext cx="555000" cy="80000"/>
            </a:xfrm>
            <a:prstGeom prst="round2Same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Scarf tail"/>
            <p:cNvSpPr/>
            <p:nvPr/>
          </p:nvSpPr>
          <p:spPr>
            <a:xfrm>
              <a:off x="1015000" y="760000"/>
              <a:ext cx="85000" cy="250000"/>
            </a:xfrm>
            <a:prstGeom prst="round2Same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Cheek L"/>
            <p:cNvSpPr/>
            <p:nvPr/>
          </p:nvSpPr>
          <p:spPr>
            <a:xfrm>
              <a:off x="610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Cheek R"/>
            <p:cNvSpPr/>
            <p:nvPr/>
          </p:nvSpPr>
          <p:spPr>
            <a:xfrm>
              <a:off x="925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Eye L"/>
            <p:cNvSpPr/>
            <p:nvPr/>
          </p:nvSpPr>
          <p:spPr>
            <a:xfrm>
              <a:off x="68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Eye R"/>
            <p:cNvSpPr/>
            <p:nvPr/>
          </p:nvSpPr>
          <p:spPr>
            <a:xfrm>
              <a:off x="89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Sparkle L"/>
            <p:cNvSpPr/>
            <p:nvPr/>
          </p:nvSpPr>
          <p:spPr>
            <a:xfrm>
              <a:off x="70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Sparkle R"/>
            <p:cNvSpPr/>
            <p:nvPr/>
          </p:nvSpPr>
          <p:spPr>
            <a:xfrm>
              <a:off x="91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Nose"/>
            <p:cNvSpPr/>
            <p:nvPr/>
          </p:nvSpPr>
          <p:spPr>
            <a:xfrm>
              <a:off x="780000" y="460000"/>
              <a:ext cx="120000" cy="58000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Smile 0"/>
            <p:cNvSpPr/>
            <p:nvPr/>
          </p:nvSpPr>
          <p:spPr>
            <a:xfrm>
              <a:off x="70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Smile 1"/>
            <p:cNvSpPr/>
            <p:nvPr/>
          </p:nvSpPr>
          <p:spPr>
            <a:xfrm>
              <a:off x="77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Smile 2"/>
            <p:cNvSpPr/>
            <p:nvPr/>
          </p:nvSpPr>
          <p:spPr>
            <a:xfrm>
              <a:off x="85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Smile 3"/>
            <p:cNvSpPr/>
            <p:nvPr/>
          </p:nvSpPr>
          <p:spPr>
            <a:xfrm>
              <a:off x="92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Hat brim"/>
            <p:cNvSpPr/>
            <p:nvPr/>
          </p:nvSpPr>
          <p:spPr>
            <a:xfrm>
              <a:off x="565000" y="225000"/>
              <a:ext cx="520000" cy="700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Hat"/>
            <p:cNvSpPr/>
            <p:nvPr/>
          </p:nvSpPr>
          <p:spPr>
            <a:xfrm>
              <a:off x="620000" y="90000"/>
              <a:ext cx="410000" cy="150000"/>
            </a:xfrm>
            <a:prstGeom prst="roundRect">
              <a:avLst/>
            </a:prstGeom>
            <a:solidFill>
              <a:srgbClr val="F2B70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Pom"/>
            <p:cNvSpPr/>
            <p:nvPr/>
          </p:nvSpPr>
          <p:spPr>
            <a:xfrm>
              <a:off x="770000" y="10000"/>
              <a:ext cx="115000" cy="1150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BFE3F7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Button 0"/>
            <p:cNvSpPr/>
            <p:nvPr/>
          </p:nvSpPr>
          <p:spPr>
            <a:xfrm>
              <a:off x="790000" y="88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Button 1"/>
            <p:cNvSpPr/>
            <p:nvPr/>
          </p:nvSpPr>
          <p:spPr>
            <a:xfrm>
              <a:off x="790000" y="101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Button 2"/>
            <p:cNvSpPr/>
            <p:nvPr/>
          </p:nvSpPr>
          <p:spPr>
            <a:xfrm>
              <a:off x="790000" y="114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Name Noah"/>
            <p:cNvSpPr txBox="1"/>
            <p:nvPr/>
          </p:nvSpPr>
          <p:spPr>
            <a:xfrm>
              <a:off x="180000" y="1590000"/>
              <a:ext cx="1300000" cy="235000"/>
            </a:xfrm>
            <a:prstGeom prst="roundRect">
              <a:avLst>
                <a:gd name="adj" fmla="val 32000"/>
              </a:avLst>
            </a:prstGeom>
            <a:solidFill>
              <a:srgbClr val="FFFFFF"/>
            </a:solidFill>
            <a:ln w="19050">
              <a:solidFill>
                <a:srgbClr val="2E75B6"/>
              </a:solidFill>
            </a:ln>
          </p:spPr>
          <p:txBody>
            <a:bodyPr lIns="18000" tIns="18000" rIns="18000" bIns="18000" anchor="ctr">
              <a:noAutofit/>
            </a:bodyPr>
            <a:lstStyle/>
            <a:p>
              <a:pPr algn="ctr"/>
              <a:r>
                <a:rPr lang="en-CA" sz="1600" b="1" dirty="0">
                  <a:solidFill>
                    <a:srgbClr val="1F3864"/>
                  </a:solidFill>
                  <a:latin typeface="Verdana"/>
                </a:rPr>
                <a:t>Noah</a:t>
              </a:r>
            </a:p>
          </p:txBody>
        </p:sp>
      </p:grpSp>
      <p:grpSp>
        <p:nvGrpSpPr>
          <p:cNvPr id="258" name="Snowman Zoe"/>
          <p:cNvGrpSpPr/>
          <p:nvPr/>
        </p:nvGrpSpPr>
        <p:grpSpPr>
          <a:xfrm>
            <a:off x="10346898" y="1333500"/>
            <a:ext cx="1251803" cy="1380000"/>
            <a:chOff x="0" y="0"/>
            <a:chExt cx="1660000" cy="1830000"/>
          </a:xfrm>
        </p:grpSpPr>
        <p:cxnSp>
          <p:nvCxnSpPr>
            <p:cNvPr id="259" name="Arm L"/>
            <p:cNvCxnSpPr/>
            <p:nvPr/>
          </p:nvCxnSpPr>
          <p:spPr>
            <a:xfrm flipV="1">
              <a:off x="20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cxnSp>
          <p:nvCxnSpPr>
            <p:cNvPr id="260" name="Arm R"/>
            <p:cNvCxnSpPr/>
            <p:nvPr/>
          </p:nvCxnSpPr>
          <p:spPr>
            <a:xfrm flipV="1">
              <a:off x="119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sp>
          <p:nvSpPr>
            <p:cNvPr id="261" name="Mitten L"/>
            <p:cNvSpPr/>
            <p:nvPr/>
          </p:nvSpPr>
          <p:spPr>
            <a:xfrm>
              <a:off x="130000" y="665000"/>
              <a:ext cx="140000" cy="140000"/>
            </a:xfrm>
            <a:prstGeom prst="ellipse">
              <a:avLst/>
            </a:prstGeom>
            <a:solidFill>
              <a:srgbClr val="E36C0A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Mitten R"/>
            <p:cNvSpPr/>
            <p:nvPr/>
          </p:nvSpPr>
          <p:spPr>
            <a:xfrm>
              <a:off x="1370000" y="665000"/>
              <a:ext cx="140000" cy="140000"/>
            </a:xfrm>
            <a:prstGeom prst="ellipse">
              <a:avLst/>
            </a:prstGeom>
            <a:solidFill>
              <a:srgbClr val="E36C0A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Bottom"/>
            <p:cNvSpPr/>
            <p:nvPr/>
          </p:nvSpPr>
          <p:spPr>
            <a:xfrm>
              <a:off x="380000" y="1120000"/>
              <a:ext cx="880000" cy="44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Middle"/>
            <p:cNvSpPr/>
            <p:nvPr/>
          </p:nvSpPr>
          <p:spPr>
            <a:xfrm>
              <a:off x="450000" y="690000"/>
              <a:ext cx="74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Head"/>
            <p:cNvSpPr/>
            <p:nvPr/>
          </p:nvSpPr>
          <p:spPr>
            <a:xfrm>
              <a:off x="540000" y="200000"/>
              <a:ext cx="560000" cy="52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Scarf"/>
            <p:cNvSpPr/>
            <p:nvPr/>
          </p:nvSpPr>
          <p:spPr>
            <a:xfrm>
              <a:off x="545000" y="700000"/>
              <a:ext cx="555000" cy="80000"/>
            </a:xfrm>
            <a:prstGeom prst="round2SameRect">
              <a:avLst/>
            </a:prstGeom>
            <a:solidFill>
              <a:srgbClr val="E36C0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Scarf tail"/>
            <p:cNvSpPr/>
            <p:nvPr/>
          </p:nvSpPr>
          <p:spPr>
            <a:xfrm>
              <a:off x="1015000" y="760000"/>
              <a:ext cx="85000" cy="250000"/>
            </a:xfrm>
            <a:prstGeom prst="round2SameRect">
              <a:avLst/>
            </a:prstGeom>
            <a:solidFill>
              <a:srgbClr val="E36C0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Cheek L"/>
            <p:cNvSpPr/>
            <p:nvPr/>
          </p:nvSpPr>
          <p:spPr>
            <a:xfrm>
              <a:off x="610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Cheek R"/>
            <p:cNvSpPr/>
            <p:nvPr/>
          </p:nvSpPr>
          <p:spPr>
            <a:xfrm>
              <a:off x="925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Eye L"/>
            <p:cNvSpPr/>
            <p:nvPr/>
          </p:nvSpPr>
          <p:spPr>
            <a:xfrm>
              <a:off x="68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Eye R"/>
            <p:cNvSpPr/>
            <p:nvPr/>
          </p:nvSpPr>
          <p:spPr>
            <a:xfrm>
              <a:off x="89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Sparkle L"/>
            <p:cNvSpPr/>
            <p:nvPr/>
          </p:nvSpPr>
          <p:spPr>
            <a:xfrm>
              <a:off x="70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Sparkle R"/>
            <p:cNvSpPr/>
            <p:nvPr/>
          </p:nvSpPr>
          <p:spPr>
            <a:xfrm>
              <a:off x="91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Nose"/>
            <p:cNvSpPr/>
            <p:nvPr/>
          </p:nvSpPr>
          <p:spPr>
            <a:xfrm>
              <a:off x="780000" y="460000"/>
              <a:ext cx="120000" cy="58000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Smile 0"/>
            <p:cNvSpPr/>
            <p:nvPr/>
          </p:nvSpPr>
          <p:spPr>
            <a:xfrm>
              <a:off x="70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Smile 1"/>
            <p:cNvSpPr/>
            <p:nvPr/>
          </p:nvSpPr>
          <p:spPr>
            <a:xfrm>
              <a:off x="77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Smile 2"/>
            <p:cNvSpPr/>
            <p:nvPr/>
          </p:nvSpPr>
          <p:spPr>
            <a:xfrm>
              <a:off x="85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Smile 3"/>
            <p:cNvSpPr/>
            <p:nvPr/>
          </p:nvSpPr>
          <p:spPr>
            <a:xfrm>
              <a:off x="92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Hat brim"/>
            <p:cNvSpPr/>
            <p:nvPr/>
          </p:nvSpPr>
          <p:spPr>
            <a:xfrm>
              <a:off x="565000" y="225000"/>
              <a:ext cx="520000" cy="70000"/>
            </a:xfrm>
            <a:prstGeom prst="roundRect">
              <a:avLst/>
            </a:prstGeom>
            <a:solidFill>
              <a:srgbClr val="E36C0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Hat"/>
            <p:cNvSpPr/>
            <p:nvPr/>
          </p:nvSpPr>
          <p:spPr>
            <a:xfrm>
              <a:off x="620000" y="90000"/>
              <a:ext cx="410000" cy="150000"/>
            </a:xfrm>
            <a:prstGeom prst="roundRect">
              <a:avLst/>
            </a:prstGeom>
            <a:solidFill>
              <a:srgbClr val="5BC0E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Pom"/>
            <p:cNvSpPr/>
            <p:nvPr/>
          </p:nvSpPr>
          <p:spPr>
            <a:xfrm>
              <a:off x="770000" y="10000"/>
              <a:ext cx="115000" cy="1150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BFE3F7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Button 0"/>
            <p:cNvSpPr/>
            <p:nvPr/>
          </p:nvSpPr>
          <p:spPr>
            <a:xfrm>
              <a:off x="790000" y="88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Button 1"/>
            <p:cNvSpPr/>
            <p:nvPr/>
          </p:nvSpPr>
          <p:spPr>
            <a:xfrm>
              <a:off x="790000" y="101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Button 2"/>
            <p:cNvSpPr/>
            <p:nvPr/>
          </p:nvSpPr>
          <p:spPr>
            <a:xfrm>
              <a:off x="790000" y="114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Name Zoe"/>
            <p:cNvSpPr txBox="1"/>
            <p:nvPr/>
          </p:nvSpPr>
          <p:spPr>
            <a:xfrm>
              <a:off x="180000" y="1590000"/>
              <a:ext cx="1300000" cy="235000"/>
            </a:xfrm>
            <a:prstGeom prst="roundRect">
              <a:avLst>
                <a:gd name="adj" fmla="val 32000"/>
              </a:avLst>
            </a:prstGeom>
            <a:solidFill>
              <a:srgbClr val="FFFFFF"/>
            </a:solidFill>
            <a:ln w="19050">
              <a:solidFill>
                <a:srgbClr val="2E75B6"/>
              </a:solidFill>
            </a:ln>
          </p:spPr>
          <p:txBody>
            <a:bodyPr lIns="18000" tIns="18000" rIns="18000" bIns="18000" anchor="ctr">
              <a:noAutofit/>
            </a:bodyPr>
            <a:lstStyle/>
            <a:p>
              <a:pPr algn="ctr"/>
              <a:r>
                <a:rPr lang="en-CA" sz="1600" b="1" dirty="0">
                  <a:solidFill>
                    <a:srgbClr val="1F3864"/>
                  </a:solidFill>
                  <a:latin typeface="Verdana"/>
                </a:rPr>
                <a:t>Zoe</a:t>
              </a:r>
            </a:p>
          </p:txBody>
        </p:sp>
      </p:grpSp>
      <p:grpSp>
        <p:nvGrpSpPr>
          <p:cNvPr id="286" name="Snowman Ethan"/>
          <p:cNvGrpSpPr/>
          <p:nvPr/>
        </p:nvGrpSpPr>
        <p:grpSpPr>
          <a:xfrm>
            <a:off x="593298" y="2680500"/>
            <a:ext cx="1251803" cy="1380000"/>
            <a:chOff x="0" y="0"/>
            <a:chExt cx="1660000" cy="1830000"/>
          </a:xfrm>
        </p:grpSpPr>
        <p:cxnSp>
          <p:nvCxnSpPr>
            <p:cNvPr id="287" name="Arm L"/>
            <p:cNvCxnSpPr/>
            <p:nvPr/>
          </p:nvCxnSpPr>
          <p:spPr>
            <a:xfrm flipV="1">
              <a:off x="20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cxnSp>
          <p:nvCxnSpPr>
            <p:cNvPr id="288" name="Arm R"/>
            <p:cNvCxnSpPr/>
            <p:nvPr/>
          </p:nvCxnSpPr>
          <p:spPr>
            <a:xfrm flipV="1">
              <a:off x="119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sp>
          <p:nvSpPr>
            <p:cNvPr id="289" name="Mitten L"/>
            <p:cNvSpPr/>
            <p:nvPr/>
          </p:nvSpPr>
          <p:spPr>
            <a:xfrm>
              <a:off x="130000" y="665000"/>
              <a:ext cx="140000" cy="140000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Mitten R"/>
            <p:cNvSpPr/>
            <p:nvPr/>
          </p:nvSpPr>
          <p:spPr>
            <a:xfrm>
              <a:off x="1370000" y="665000"/>
              <a:ext cx="140000" cy="140000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Bottom"/>
            <p:cNvSpPr/>
            <p:nvPr/>
          </p:nvSpPr>
          <p:spPr>
            <a:xfrm>
              <a:off x="380000" y="1120000"/>
              <a:ext cx="880000" cy="44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Middle"/>
            <p:cNvSpPr/>
            <p:nvPr/>
          </p:nvSpPr>
          <p:spPr>
            <a:xfrm>
              <a:off x="450000" y="690000"/>
              <a:ext cx="74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Head"/>
            <p:cNvSpPr/>
            <p:nvPr/>
          </p:nvSpPr>
          <p:spPr>
            <a:xfrm>
              <a:off x="540000" y="200000"/>
              <a:ext cx="560000" cy="52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Scarf"/>
            <p:cNvSpPr/>
            <p:nvPr/>
          </p:nvSpPr>
          <p:spPr>
            <a:xfrm>
              <a:off x="545000" y="700000"/>
              <a:ext cx="555000" cy="80000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Scarf tail"/>
            <p:cNvSpPr/>
            <p:nvPr/>
          </p:nvSpPr>
          <p:spPr>
            <a:xfrm>
              <a:off x="1015000" y="760000"/>
              <a:ext cx="85000" cy="250000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Cheek L"/>
            <p:cNvSpPr/>
            <p:nvPr/>
          </p:nvSpPr>
          <p:spPr>
            <a:xfrm>
              <a:off x="610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Cheek R"/>
            <p:cNvSpPr/>
            <p:nvPr/>
          </p:nvSpPr>
          <p:spPr>
            <a:xfrm>
              <a:off x="925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Eye L"/>
            <p:cNvSpPr/>
            <p:nvPr/>
          </p:nvSpPr>
          <p:spPr>
            <a:xfrm>
              <a:off x="68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Eye R"/>
            <p:cNvSpPr/>
            <p:nvPr/>
          </p:nvSpPr>
          <p:spPr>
            <a:xfrm>
              <a:off x="89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Sparkle L"/>
            <p:cNvSpPr/>
            <p:nvPr/>
          </p:nvSpPr>
          <p:spPr>
            <a:xfrm>
              <a:off x="70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Sparkle R"/>
            <p:cNvSpPr/>
            <p:nvPr/>
          </p:nvSpPr>
          <p:spPr>
            <a:xfrm>
              <a:off x="91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Nose"/>
            <p:cNvSpPr/>
            <p:nvPr/>
          </p:nvSpPr>
          <p:spPr>
            <a:xfrm>
              <a:off x="780000" y="460000"/>
              <a:ext cx="120000" cy="58000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Smile 0"/>
            <p:cNvSpPr/>
            <p:nvPr/>
          </p:nvSpPr>
          <p:spPr>
            <a:xfrm>
              <a:off x="70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Smile 1"/>
            <p:cNvSpPr/>
            <p:nvPr/>
          </p:nvSpPr>
          <p:spPr>
            <a:xfrm>
              <a:off x="77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Smile 2"/>
            <p:cNvSpPr/>
            <p:nvPr/>
          </p:nvSpPr>
          <p:spPr>
            <a:xfrm>
              <a:off x="85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Smile 3"/>
            <p:cNvSpPr/>
            <p:nvPr/>
          </p:nvSpPr>
          <p:spPr>
            <a:xfrm>
              <a:off x="92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Hat brim"/>
            <p:cNvSpPr/>
            <p:nvPr/>
          </p:nvSpPr>
          <p:spPr>
            <a:xfrm>
              <a:off x="565000" y="225000"/>
              <a:ext cx="520000" cy="700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Hat"/>
            <p:cNvSpPr/>
            <p:nvPr/>
          </p:nvSpPr>
          <p:spPr>
            <a:xfrm>
              <a:off x="620000" y="90000"/>
              <a:ext cx="410000" cy="150000"/>
            </a:xfrm>
            <a:prstGeom prst="roundRect">
              <a:avLst/>
            </a:prstGeom>
            <a:solidFill>
              <a:srgbClr val="5BC0E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Pom"/>
            <p:cNvSpPr/>
            <p:nvPr/>
          </p:nvSpPr>
          <p:spPr>
            <a:xfrm>
              <a:off x="770000" y="10000"/>
              <a:ext cx="115000" cy="1150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BFE3F7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Button 0"/>
            <p:cNvSpPr/>
            <p:nvPr/>
          </p:nvSpPr>
          <p:spPr>
            <a:xfrm>
              <a:off x="790000" y="88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Button 1"/>
            <p:cNvSpPr/>
            <p:nvPr/>
          </p:nvSpPr>
          <p:spPr>
            <a:xfrm>
              <a:off x="790000" y="101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Button 2"/>
            <p:cNvSpPr/>
            <p:nvPr/>
          </p:nvSpPr>
          <p:spPr>
            <a:xfrm>
              <a:off x="790000" y="114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Name Ethan"/>
            <p:cNvSpPr txBox="1"/>
            <p:nvPr/>
          </p:nvSpPr>
          <p:spPr>
            <a:xfrm>
              <a:off x="180000" y="1590000"/>
              <a:ext cx="1300000" cy="235000"/>
            </a:xfrm>
            <a:prstGeom prst="roundRect">
              <a:avLst>
                <a:gd name="adj" fmla="val 32000"/>
              </a:avLst>
            </a:prstGeom>
            <a:solidFill>
              <a:srgbClr val="FFFFFF"/>
            </a:solidFill>
            <a:ln w="19050">
              <a:solidFill>
                <a:srgbClr val="2E75B6"/>
              </a:solidFill>
            </a:ln>
          </p:spPr>
          <p:txBody>
            <a:bodyPr lIns="18000" tIns="18000" rIns="18000" bIns="18000" anchor="ctr">
              <a:noAutofit/>
            </a:bodyPr>
            <a:lstStyle/>
            <a:p>
              <a:pPr algn="ctr"/>
              <a:r>
                <a:rPr lang="en-CA" sz="1600" b="1" dirty="0">
                  <a:solidFill>
                    <a:srgbClr val="1F3864"/>
                  </a:solidFill>
                  <a:latin typeface="Verdana"/>
                </a:rPr>
                <a:t>Ethan</a:t>
              </a:r>
            </a:p>
          </p:txBody>
        </p:sp>
      </p:grpSp>
      <p:grpSp>
        <p:nvGrpSpPr>
          <p:cNvPr id="314" name="Snowman Lily"/>
          <p:cNvGrpSpPr/>
          <p:nvPr/>
        </p:nvGrpSpPr>
        <p:grpSpPr>
          <a:xfrm>
            <a:off x="3031698" y="2680500"/>
            <a:ext cx="1251803" cy="1380000"/>
            <a:chOff x="0" y="0"/>
            <a:chExt cx="1660000" cy="1830000"/>
          </a:xfrm>
        </p:grpSpPr>
        <p:cxnSp>
          <p:nvCxnSpPr>
            <p:cNvPr id="315" name="Arm L"/>
            <p:cNvCxnSpPr/>
            <p:nvPr/>
          </p:nvCxnSpPr>
          <p:spPr>
            <a:xfrm flipV="1">
              <a:off x="20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cxnSp>
          <p:nvCxnSpPr>
            <p:cNvPr id="316" name="Arm R"/>
            <p:cNvCxnSpPr/>
            <p:nvPr/>
          </p:nvCxnSpPr>
          <p:spPr>
            <a:xfrm flipV="1">
              <a:off x="119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sp>
          <p:nvSpPr>
            <p:cNvPr id="317" name="Mitten L"/>
            <p:cNvSpPr/>
            <p:nvPr/>
          </p:nvSpPr>
          <p:spPr>
            <a:xfrm>
              <a:off x="130000" y="665000"/>
              <a:ext cx="140000" cy="14000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Mitten R"/>
            <p:cNvSpPr/>
            <p:nvPr/>
          </p:nvSpPr>
          <p:spPr>
            <a:xfrm>
              <a:off x="1370000" y="665000"/>
              <a:ext cx="140000" cy="14000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Bottom"/>
            <p:cNvSpPr/>
            <p:nvPr/>
          </p:nvSpPr>
          <p:spPr>
            <a:xfrm>
              <a:off x="380000" y="1120000"/>
              <a:ext cx="880000" cy="44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Middle"/>
            <p:cNvSpPr/>
            <p:nvPr/>
          </p:nvSpPr>
          <p:spPr>
            <a:xfrm>
              <a:off x="450000" y="690000"/>
              <a:ext cx="74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Head"/>
            <p:cNvSpPr/>
            <p:nvPr/>
          </p:nvSpPr>
          <p:spPr>
            <a:xfrm>
              <a:off x="540000" y="200000"/>
              <a:ext cx="560000" cy="52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Scarf"/>
            <p:cNvSpPr/>
            <p:nvPr/>
          </p:nvSpPr>
          <p:spPr>
            <a:xfrm>
              <a:off x="545000" y="700000"/>
              <a:ext cx="555000" cy="80000"/>
            </a:xfrm>
            <a:prstGeom prst="round2SameRect">
              <a:avLst/>
            </a:prstGeom>
            <a:solidFill>
              <a:srgbClr val="2E75B6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Scarf tail"/>
            <p:cNvSpPr/>
            <p:nvPr/>
          </p:nvSpPr>
          <p:spPr>
            <a:xfrm>
              <a:off x="1015000" y="760000"/>
              <a:ext cx="85000" cy="250000"/>
            </a:xfrm>
            <a:prstGeom prst="round2SameRect">
              <a:avLst/>
            </a:prstGeom>
            <a:solidFill>
              <a:srgbClr val="2E75B6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Cheek L"/>
            <p:cNvSpPr/>
            <p:nvPr/>
          </p:nvSpPr>
          <p:spPr>
            <a:xfrm>
              <a:off x="610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Cheek R"/>
            <p:cNvSpPr/>
            <p:nvPr/>
          </p:nvSpPr>
          <p:spPr>
            <a:xfrm>
              <a:off x="925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Eye L"/>
            <p:cNvSpPr/>
            <p:nvPr/>
          </p:nvSpPr>
          <p:spPr>
            <a:xfrm>
              <a:off x="68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Eye R"/>
            <p:cNvSpPr/>
            <p:nvPr/>
          </p:nvSpPr>
          <p:spPr>
            <a:xfrm>
              <a:off x="89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Sparkle L"/>
            <p:cNvSpPr/>
            <p:nvPr/>
          </p:nvSpPr>
          <p:spPr>
            <a:xfrm>
              <a:off x="70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Sparkle R"/>
            <p:cNvSpPr/>
            <p:nvPr/>
          </p:nvSpPr>
          <p:spPr>
            <a:xfrm>
              <a:off x="91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Nose"/>
            <p:cNvSpPr/>
            <p:nvPr/>
          </p:nvSpPr>
          <p:spPr>
            <a:xfrm>
              <a:off x="780000" y="460000"/>
              <a:ext cx="120000" cy="58000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Smile 0"/>
            <p:cNvSpPr/>
            <p:nvPr/>
          </p:nvSpPr>
          <p:spPr>
            <a:xfrm>
              <a:off x="70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Smile 1"/>
            <p:cNvSpPr/>
            <p:nvPr/>
          </p:nvSpPr>
          <p:spPr>
            <a:xfrm>
              <a:off x="77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Smile 2"/>
            <p:cNvSpPr/>
            <p:nvPr/>
          </p:nvSpPr>
          <p:spPr>
            <a:xfrm>
              <a:off x="85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Smile 3"/>
            <p:cNvSpPr/>
            <p:nvPr/>
          </p:nvSpPr>
          <p:spPr>
            <a:xfrm>
              <a:off x="92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Hat brim"/>
            <p:cNvSpPr/>
            <p:nvPr/>
          </p:nvSpPr>
          <p:spPr>
            <a:xfrm>
              <a:off x="565000" y="225000"/>
              <a:ext cx="520000" cy="70000"/>
            </a:xfrm>
            <a:prstGeom prst="roundRect">
              <a:avLst/>
            </a:prstGeom>
            <a:solidFill>
              <a:srgbClr val="2E75B6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Hat"/>
            <p:cNvSpPr/>
            <p:nvPr/>
          </p:nvSpPr>
          <p:spPr>
            <a:xfrm>
              <a:off x="620000" y="90000"/>
              <a:ext cx="410000" cy="150000"/>
            </a:xfrm>
            <a:prstGeom prst="roundRect">
              <a:avLst/>
            </a:prstGeom>
            <a:solidFill>
              <a:srgbClr val="9B5DE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Pom"/>
            <p:cNvSpPr/>
            <p:nvPr/>
          </p:nvSpPr>
          <p:spPr>
            <a:xfrm>
              <a:off x="770000" y="10000"/>
              <a:ext cx="115000" cy="1150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BFE3F7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Button 0"/>
            <p:cNvSpPr/>
            <p:nvPr/>
          </p:nvSpPr>
          <p:spPr>
            <a:xfrm>
              <a:off x="790000" y="88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Button 1"/>
            <p:cNvSpPr/>
            <p:nvPr/>
          </p:nvSpPr>
          <p:spPr>
            <a:xfrm>
              <a:off x="790000" y="101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Button 2"/>
            <p:cNvSpPr/>
            <p:nvPr/>
          </p:nvSpPr>
          <p:spPr>
            <a:xfrm>
              <a:off x="790000" y="114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Name Lily"/>
            <p:cNvSpPr txBox="1"/>
            <p:nvPr/>
          </p:nvSpPr>
          <p:spPr>
            <a:xfrm>
              <a:off x="180000" y="1590000"/>
              <a:ext cx="1300000" cy="235000"/>
            </a:xfrm>
            <a:prstGeom prst="roundRect">
              <a:avLst>
                <a:gd name="adj" fmla="val 32000"/>
              </a:avLst>
            </a:prstGeom>
            <a:solidFill>
              <a:srgbClr val="FFFFFF"/>
            </a:solidFill>
            <a:ln w="19050">
              <a:solidFill>
                <a:srgbClr val="2E75B6"/>
              </a:solidFill>
            </a:ln>
          </p:spPr>
          <p:txBody>
            <a:bodyPr lIns="18000" tIns="18000" rIns="18000" bIns="18000" anchor="ctr">
              <a:noAutofit/>
            </a:bodyPr>
            <a:lstStyle/>
            <a:p>
              <a:pPr algn="ctr"/>
              <a:r>
                <a:rPr lang="en-CA" sz="1600" b="1" dirty="0">
                  <a:solidFill>
                    <a:srgbClr val="1F3864"/>
                  </a:solidFill>
                  <a:latin typeface="Verdana"/>
                </a:rPr>
                <a:t>Lily</a:t>
              </a:r>
            </a:p>
          </p:txBody>
        </p:sp>
      </p:grpSp>
      <p:grpSp>
        <p:nvGrpSpPr>
          <p:cNvPr id="342" name="Snowman Owen"/>
          <p:cNvGrpSpPr/>
          <p:nvPr/>
        </p:nvGrpSpPr>
        <p:grpSpPr>
          <a:xfrm>
            <a:off x="5470098" y="2680500"/>
            <a:ext cx="1251803" cy="1380000"/>
            <a:chOff x="0" y="0"/>
            <a:chExt cx="1660000" cy="1830000"/>
          </a:xfrm>
        </p:grpSpPr>
        <p:cxnSp>
          <p:nvCxnSpPr>
            <p:cNvPr id="343" name="Arm L"/>
            <p:cNvCxnSpPr/>
            <p:nvPr/>
          </p:nvCxnSpPr>
          <p:spPr>
            <a:xfrm flipV="1">
              <a:off x="20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cxnSp>
          <p:nvCxnSpPr>
            <p:cNvPr id="344" name="Arm R"/>
            <p:cNvCxnSpPr/>
            <p:nvPr/>
          </p:nvCxnSpPr>
          <p:spPr>
            <a:xfrm flipV="1">
              <a:off x="119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sp>
          <p:nvSpPr>
            <p:cNvPr id="345" name="Mitten L"/>
            <p:cNvSpPr/>
            <p:nvPr/>
          </p:nvSpPr>
          <p:spPr>
            <a:xfrm>
              <a:off x="130000" y="665000"/>
              <a:ext cx="140000" cy="140000"/>
            </a:xfrm>
            <a:prstGeom prst="ellipse">
              <a:avLst/>
            </a:prstGeom>
            <a:solidFill>
              <a:srgbClr val="00874A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Mitten R"/>
            <p:cNvSpPr/>
            <p:nvPr/>
          </p:nvSpPr>
          <p:spPr>
            <a:xfrm>
              <a:off x="1370000" y="665000"/>
              <a:ext cx="140000" cy="140000"/>
            </a:xfrm>
            <a:prstGeom prst="ellipse">
              <a:avLst/>
            </a:prstGeom>
            <a:solidFill>
              <a:srgbClr val="00874A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Bottom"/>
            <p:cNvSpPr/>
            <p:nvPr/>
          </p:nvSpPr>
          <p:spPr>
            <a:xfrm>
              <a:off x="380000" y="1120000"/>
              <a:ext cx="880000" cy="44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Middle"/>
            <p:cNvSpPr/>
            <p:nvPr/>
          </p:nvSpPr>
          <p:spPr>
            <a:xfrm>
              <a:off x="450000" y="690000"/>
              <a:ext cx="74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Head"/>
            <p:cNvSpPr/>
            <p:nvPr/>
          </p:nvSpPr>
          <p:spPr>
            <a:xfrm>
              <a:off x="540000" y="200000"/>
              <a:ext cx="560000" cy="52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Scarf"/>
            <p:cNvSpPr/>
            <p:nvPr/>
          </p:nvSpPr>
          <p:spPr>
            <a:xfrm>
              <a:off x="545000" y="700000"/>
              <a:ext cx="555000" cy="80000"/>
            </a:xfrm>
            <a:prstGeom prst="round2SameRect">
              <a:avLst/>
            </a:prstGeom>
            <a:solidFill>
              <a:srgbClr val="00874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Scarf tail"/>
            <p:cNvSpPr/>
            <p:nvPr/>
          </p:nvSpPr>
          <p:spPr>
            <a:xfrm>
              <a:off x="1015000" y="760000"/>
              <a:ext cx="85000" cy="250000"/>
            </a:xfrm>
            <a:prstGeom prst="round2SameRect">
              <a:avLst/>
            </a:prstGeom>
            <a:solidFill>
              <a:srgbClr val="00874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Cheek L"/>
            <p:cNvSpPr/>
            <p:nvPr/>
          </p:nvSpPr>
          <p:spPr>
            <a:xfrm>
              <a:off x="610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Cheek R"/>
            <p:cNvSpPr/>
            <p:nvPr/>
          </p:nvSpPr>
          <p:spPr>
            <a:xfrm>
              <a:off x="925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Eye L"/>
            <p:cNvSpPr/>
            <p:nvPr/>
          </p:nvSpPr>
          <p:spPr>
            <a:xfrm>
              <a:off x="68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Eye R"/>
            <p:cNvSpPr/>
            <p:nvPr/>
          </p:nvSpPr>
          <p:spPr>
            <a:xfrm>
              <a:off x="89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Sparkle L"/>
            <p:cNvSpPr/>
            <p:nvPr/>
          </p:nvSpPr>
          <p:spPr>
            <a:xfrm>
              <a:off x="70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Sparkle R"/>
            <p:cNvSpPr/>
            <p:nvPr/>
          </p:nvSpPr>
          <p:spPr>
            <a:xfrm>
              <a:off x="91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Nose"/>
            <p:cNvSpPr/>
            <p:nvPr/>
          </p:nvSpPr>
          <p:spPr>
            <a:xfrm>
              <a:off x="780000" y="460000"/>
              <a:ext cx="120000" cy="58000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Smile 0"/>
            <p:cNvSpPr/>
            <p:nvPr/>
          </p:nvSpPr>
          <p:spPr>
            <a:xfrm>
              <a:off x="70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Smile 1"/>
            <p:cNvSpPr/>
            <p:nvPr/>
          </p:nvSpPr>
          <p:spPr>
            <a:xfrm>
              <a:off x="77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Smile 2"/>
            <p:cNvSpPr/>
            <p:nvPr/>
          </p:nvSpPr>
          <p:spPr>
            <a:xfrm>
              <a:off x="85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Smile 3"/>
            <p:cNvSpPr/>
            <p:nvPr/>
          </p:nvSpPr>
          <p:spPr>
            <a:xfrm>
              <a:off x="92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Hat brim"/>
            <p:cNvSpPr/>
            <p:nvPr/>
          </p:nvSpPr>
          <p:spPr>
            <a:xfrm>
              <a:off x="565000" y="225000"/>
              <a:ext cx="520000" cy="70000"/>
            </a:xfrm>
            <a:prstGeom prst="roundRect">
              <a:avLst/>
            </a:prstGeom>
            <a:solidFill>
              <a:srgbClr val="00874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Hat"/>
            <p:cNvSpPr/>
            <p:nvPr/>
          </p:nvSpPr>
          <p:spPr>
            <a:xfrm>
              <a:off x="620000" y="90000"/>
              <a:ext cx="410000" cy="150000"/>
            </a:xfrm>
            <a:prstGeom prst="roundRect">
              <a:avLst/>
            </a:prstGeom>
            <a:solidFill>
              <a:srgbClr val="9B5DE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Pom"/>
            <p:cNvSpPr/>
            <p:nvPr/>
          </p:nvSpPr>
          <p:spPr>
            <a:xfrm>
              <a:off x="770000" y="10000"/>
              <a:ext cx="115000" cy="1150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BFE3F7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Button 0"/>
            <p:cNvSpPr/>
            <p:nvPr/>
          </p:nvSpPr>
          <p:spPr>
            <a:xfrm>
              <a:off x="790000" y="88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Button 1"/>
            <p:cNvSpPr/>
            <p:nvPr/>
          </p:nvSpPr>
          <p:spPr>
            <a:xfrm>
              <a:off x="790000" y="101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Button 2"/>
            <p:cNvSpPr/>
            <p:nvPr/>
          </p:nvSpPr>
          <p:spPr>
            <a:xfrm>
              <a:off x="790000" y="114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Name Owen"/>
            <p:cNvSpPr txBox="1"/>
            <p:nvPr/>
          </p:nvSpPr>
          <p:spPr>
            <a:xfrm>
              <a:off x="180000" y="1590000"/>
              <a:ext cx="1300000" cy="235000"/>
            </a:xfrm>
            <a:prstGeom prst="roundRect">
              <a:avLst>
                <a:gd name="adj" fmla="val 32000"/>
              </a:avLst>
            </a:prstGeom>
            <a:solidFill>
              <a:srgbClr val="FFFFFF"/>
            </a:solidFill>
            <a:ln w="19050">
              <a:solidFill>
                <a:srgbClr val="2E75B6"/>
              </a:solidFill>
            </a:ln>
          </p:spPr>
          <p:txBody>
            <a:bodyPr lIns="18000" tIns="18000" rIns="18000" bIns="18000" anchor="ctr">
              <a:noAutofit/>
            </a:bodyPr>
            <a:lstStyle/>
            <a:p>
              <a:pPr algn="ctr"/>
              <a:r>
                <a:rPr lang="en-CA" sz="1600" b="1" dirty="0">
                  <a:solidFill>
                    <a:srgbClr val="1F3864"/>
                  </a:solidFill>
                  <a:latin typeface="Verdana"/>
                </a:rPr>
                <a:t>Owen</a:t>
              </a:r>
            </a:p>
          </p:txBody>
        </p:sp>
      </p:grpSp>
      <p:grpSp>
        <p:nvGrpSpPr>
          <p:cNvPr id="370" name="Snowman Ruby"/>
          <p:cNvGrpSpPr/>
          <p:nvPr/>
        </p:nvGrpSpPr>
        <p:grpSpPr>
          <a:xfrm>
            <a:off x="7908498" y="2680500"/>
            <a:ext cx="1251803" cy="1380000"/>
            <a:chOff x="0" y="0"/>
            <a:chExt cx="1660000" cy="1830000"/>
          </a:xfrm>
        </p:grpSpPr>
        <p:cxnSp>
          <p:nvCxnSpPr>
            <p:cNvPr id="371" name="Arm L"/>
            <p:cNvCxnSpPr/>
            <p:nvPr/>
          </p:nvCxnSpPr>
          <p:spPr>
            <a:xfrm flipV="1">
              <a:off x="20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cxnSp>
          <p:nvCxnSpPr>
            <p:cNvPr id="372" name="Arm R"/>
            <p:cNvCxnSpPr/>
            <p:nvPr/>
          </p:nvCxnSpPr>
          <p:spPr>
            <a:xfrm flipV="1">
              <a:off x="119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sp>
          <p:nvSpPr>
            <p:cNvPr id="373" name="Mitten L"/>
            <p:cNvSpPr/>
            <p:nvPr/>
          </p:nvSpPr>
          <p:spPr>
            <a:xfrm>
              <a:off x="130000" y="665000"/>
              <a:ext cx="140000" cy="140000"/>
            </a:xfrm>
            <a:prstGeom prst="ellipse">
              <a:avLst/>
            </a:prstGeom>
            <a:solidFill>
              <a:srgbClr val="7030A0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Mitten R"/>
            <p:cNvSpPr/>
            <p:nvPr/>
          </p:nvSpPr>
          <p:spPr>
            <a:xfrm>
              <a:off x="1370000" y="665000"/>
              <a:ext cx="140000" cy="140000"/>
            </a:xfrm>
            <a:prstGeom prst="ellipse">
              <a:avLst/>
            </a:prstGeom>
            <a:solidFill>
              <a:srgbClr val="7030A0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Bottom"/>
            <p:cNvSpPr/>
            <p:nvPr/>
          </p:nvSpPr>
          <p:spPr>
            <a:xfrm>
              <a:off x="380000" y="1120000"/>
              <a:ext cx="880000" cy="44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Middle"/>
            <p:cNvSpPr/>
            <p:nvPr/>
          </p:nvSpPr>
          <p:spPr>
            <a:xfrm>
              <a:off x="450000" y="690000"/>
              <a:ext cx="74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Head"/>
            <p:cNvSpPr/>
            <p:nvPr/>
          </p:nvSpPr>
          <p:spPr>
            <a:xfrm>
              <a:off x="540000" y="200000"/>
              <a:ext cx="560000" cy="52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Scarf"/>
            <p:cNvSpPr/>
            <p:nvPr/>
          </p:nvSpPr>
          <p:spPr>
            <a:xfrm>
              <a:off x="545000" y="700000"/>
              <a:ext cx="555000" cy="80000"/>
            </a:xfrm>
            <a:prstGeom prst="round2Same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Scarf tail"/>
            <p:cNvSpPr/>
            <p:nvPr/>
          </p:nvSpPr>
          <p:spPr>
            <a:xfrm>
              <a:off x="1015000" y="760000"/>
              <a:ext cx="85000" cy="250000"/>
            </a:xfrm>
            <a:prstGeom prst="round2Same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Cheek L"/>
            <p:cNvSpPr/>
            <p:nvPr/>
          </p:nvSpPr>
          <p:spPr>
            <a:xfrm>
              <a:off x="610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Cheek R"/>
            <p:cNvSpPr/>
            <p:nvPr/>
          </p:nvSpPr>
          <p:spPr>
            <a:xfrm>
              <a:off x="925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Eye L"/>
            <p:cNvSpPr/>
            <p:nvPr/>
          </p:nvSpPr>
          <p:spPr>
            <a:xfrm>
              <a:off x="68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Eye R"/>
            <p:cNvSpPr/>
            <p:nvPr/>
          </p:nvSpPr>
          <p:spPr>
            <a:xfrm>
              <a:off x="89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Sparkle L"/>
            <p:cNvSpPr/>
            <p:nvPr/>
          </p:nvSpPr>
          <p:spPr>
            <a:xfrm>
              <a:off x="70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Sparkle R"/>
            <p:cNvSpPr/>
            <p:nvPr/>
          </p:nvSpPr>
          <p:spPr>
            <a:xfrm>
              <a:off x="91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Nose"/>
            <p:cNvSpPr/>
            <p:nvPr/>
          </p:nvSpPr>
          <p:spPr>
            <a:xfrm>
              <a:off x="780000" y="460000"/>
              <a:ext cx="120000" cy="58000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Smile 0"/>
            <p:cNvSpPr/>
            <p:nvPr/>
          </p:nvSpPr>
          <p:spPr>
            <a:xfrm>
              <a:off x="70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Smile 1"/>
            <p:cNvSpPr/>
            <p:nvPr/>
          </p:nvSpPr>
          <p:spPr>
            <a:xfrm>
              <a:off x="77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Smile 2"/>
            <p:cNvSpPr/>
            <p:nvPr/>
          </p:nvSpPr>
          <p:spPr>
            <a:xfrm>
              <a:off x="85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Smile 3"/>
            <p:cNvSpPr/>
            <p:nvPr/>
          </p:nvSpPr>
          <p:spPr>
            <a:xfrm>
              <a:off x="92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Hat brim"/>
            <p:cNvSpPr/>
            <p:nvPr/>
          </p:nvSpPr>
          <p:spPr>
            <a:xfrm>
              <a:off x="565000" y="225000"/>
              <a:ext cx="520000" cy="700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Hat"/>
            <p:cNvSpPr/>
            <p:nvPr/>
          </p:nvSpPr>
          <p:spPr>
            <a:xfrm>
              <a:off x="620000" y="90000"/>
              <a:ext cx="410000" cy="150000"/>
            </a:xfrm>
            <a:prstGeom prst="roundRect">
              <a:avLst/>
            </a:prstGeom>
            <a:solidFill>
              <a:srgbClr val="2EC4B6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Pom"/>
            <p:cNvSpPr/>
            <p:nvPr/>
          </p:nvSpPr>
          <p:spPr>
            <a:xfrm>
              <a:off x="770000" y="10000"/>
              <a:ext cx="115000" cy="1150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BFE3F7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Button 0"/>
            <p:cNvSpPr/>
            <p:nvPr/>
          </p:nvSpPr>
          <p:spPr>
            <a:xfrm>
              <a:off x="790000" y="88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Button 1"/>
            <p:cNvSpPr/>
            <p:nvPr/>
          </p:nvSpPr>
          <p:spPr>
            <a:xfrm>
              <a:off x="790000" y="101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Button 2"/>
            <p:cNvSpPr/>
            <p:nvPr/>
          </p:nvSpPr>
          <p:spPr>
            <a:xfrm>
              <a:off x="790000" y="114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Name Ruby"/>
            <p:cNvSpPr txBox="1"/>
            <p:nvPr/>
          </p:nvSpPr>
          <p:spPr>
            <a:xfrm>
              <a:off x="180000" y="1590000"/>
              <a:ext cx="1300000" cy="235000"/>
            </a:xfrm>
            <a:prstGeom prst="roundRect">
              <a:avLst>
                <a:gd name="adj" fmla="val 32000"/>
              </a:avLst>
            </a:prstGeom>
            <a:solidFill>
              <a:srgbClr val="FFFFFF"/>
            </a:solidFill>
            <a:ln w="19050">
              <a:solidFill>
                <a:srgbClr val="2E75B6"/>
              </a:solidFill>
            </a:ln>
          </p:spPr>
          <p:txBody>
            <a:bodyPr lIns="18000" tIns="18000" rIns="18000" bIns="18000" anchor="ctr">
              <a:noAutofit/>
            </a:bodyPr>
            <a:lstStyle/>
            <a:p>
              <a:pPr algn="ctr"/>
              <a:r>
                <a:rPr lang="en-CA" sz="1600" b="1" dirty="0">
                  <a:solidFill>
                    <a:srgbClr val="1F3864"/>
                  </a:solidFill>
                  <a:latin typeface="Verdana"/>
                </a:rPr>
                <a:t>Ruby</a:t>
              </a:r>
            </a:p>
          </p:txBody>
        </p:sp>
      </p:grpSp>
      <p:grpSp>
        <p:nvGrpSpPr>
          <p:cNvPr id="398" name="Snowman Jack"/>
          <p:cNvGrpSpPr/>
          <p:nvPr/>
        </p:nvGrpSpPr>
        <p:grpSpPr>
          <a:xfrm>
            <a:off x="10346898" y="2680500"/>
            <a:ext cx="1251803" cy="1380000"/>
            <a:chOff x="0" y="0"/>
            <a:chExt cx="1660000" cy="1830000"/>
          </a:xfrm>
        </p:grpSpPr>
        <p:cxnSp>
          <p:nvCxnSpPr>
            <p:cNvPr id="399" name="Arm L"/>
            <p:cNvCxnSpPr/>
            <p:nvPr/>
          </p:nvCxnSpPr>
          <p:spPr>
            <a:xfrm flipV="1">
              <a:off x="20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cxnSp>
          <p:nvCxnSpPr>
            <p:cNvPr id="400" name="Arm R"/>
            <p:cNvCxnSpPr/>
            <p:nvPr/>
          </p:nvCxnSpPr>
          <p:spPr>
            <a:xfrm flipV="1">
              <a:off x="119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sp>
          <p:nvSpPr>
            <p:cNvPr id="401" name="Mitten L"/>
            <p:cNvSpPr/>
            <p:nvPr/>
          </p:nvSpPr>
          <p:spPr>
            <a:xfrm>
              <a:off x="130000" y="665000"/>
              <a:ext cx="140000" cy="140000"/>
            </a:xfrm>
            <a:prstGeom prst="ellipse">
              <a:avLst/>
            </a:prstGeom>
            <a:solidFill>
              <a:srgbClr val="E36C0A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Mitten R"/>
            <p:cNvSpPr/>
            <p:nvPr/>
          </p:nvSpPr>
          <p:spPr>
            <a:xfrm>
              <a:off x="1370000" y="665000"/>
              <a:ext cx="140000" cy="140000"/>
            </a:xfrm>
            <a:prstGeom prst="ellipse">
              <a:avLst/>
            </a:prstGeom>
            <a:solidFill>
              <a:srgbClr val="E36C0A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Bottom"/>
            <p:cNvSpPr/>
            <p:nvPr/>
          </p:nvSpPr>
          <p:spPr>
            <a:xfrm>
              <a:off x="380000" y="1120000"/>
              <a:ext cx="880000" cy="44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Middle"/>
            <p:cNvSpPr/>
            <p:nvPr/>
          </p:nvSpPr>
          <p:spPr>
            <a:xfrm>
              <a:off x="450000" y="690000"/>
              <a:ext cx="74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Head"/>
            <p:cNvSpPr/>
            <p:nvPr/>
          </p:nvSpPr>
          <p:spPr>
            <a:xfrm>
              <a:off x="540000" y="200000"/>
              <a:ext cx="560000" cy="52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Scarf"/>
            <p:cNvSpPr/>
            <p:nvPr/>
          </p:nvSpPr>
          <p:spPr>
            <a:xfrm>
              <a:off x="545000" y="700000"/>
              <a:ext cx="555000" cy="80000"/>
            </a:xfrm>
            <a:prstGeom prst="round2SameRect">
              <a:avLst/>
            </a:prstGeom>
            <a:solidFill>
              <a:srgbClr val="E36C0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Scarf tail"/>
            <p:cNvSpPr/>
            <p:nvPr/>
          </p:nvSpPr>
          <p:spPr>
            <a:xfrm>
              <a:off x="1015000" y="760000"/>
              <a:ext cx="85000" cy="250000"/>
            </a:xfrm>
            <a:prstGeom prst="round2SameRect">
              <a:avLst/>
            </a:prstGeom>
            <a:solidFill>
              <a:srgbClr val="E36C0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Cheek L"/>
            <p:cNvSpPr/>
            <p:nvPr/>
          </p:nvSpPr>
          <p:spPr>
            <a:xfrm>
              <a:off x="610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Cheek R"/>
            <p:cNvSpPr/>
            <p:nvPr/>
          </p:nvSpPr>
          <p:spPr>
            <a:xfrm>
              <a:off x="925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Eye L"/>
            <p:cNvSpPr/>
            <p:nvPr/>
          </p:nvSpPr>
          <p:spPr>
            <a:xfrm>
              <a:off x="68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Eye R"/>
            <p:cNvSpPr/>
            <p:nvPr/>
          </p:nvSpPr>
          <p:spPr>
            <a:xfrm>
              <a:off x="89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Sparkle L"/>
            <p:cNvSpPr/>
            <p:nvPr/>
          </p:nvSpPr>
          <p:spPr>
            <a:xfrm>
              <a:off x="70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Sparkle R"/>
            <p:cNvSpPr/>
            <p:nvPr/>
          </p:nvSpPr>
          <p:spPr>
            <a:xfrm>
              <a:off x="91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Nose"/>
            <p:cNvSpPr/>
            <p:nvPr/>
          </p:nvSpPr>
          <p:spPr>
            <a:xfrm>
              <a:off x="780000" y="460000"/>
              <a:ext cx="120000" cy="58000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Smile 0"/>
            <p:cNvSpPr/>
            <p:nvPr/>
          </p:nvSpPr>
          <p:spPr>
            <a:xfrm>
              <a:off x="70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Smile 1"/>
            <p:cNvSpPr/>
            <p:nvPr/>
          </p:nvSpPr>
          <p:spPr>
            <a:xfrm>
              <a:off x="77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Smile 2"/>
            <p:cNvSpPr/>
            <p:nvPr/>
          </p:nvSpPr>
          <p:spPr>
            <a:xfrm>
              <a:off x="85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Smile 3"/>
            <p:cNvSpPr/>
            <p:nvPr/>
          </p:nvSpPr>
          <p:spPr>
            <a:xfrm>
              <a:off x="92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Hat brim"/>
            <p:cNvSpPr/>
            <p:nvPr/>
          </p:nvSpPr>
          <p:spPr>
            <a:xfrm>
              <a:off x="565000" y="225000"/>
              <a:ext cx="520000" cy="70000"/>
            </a:xfrm>
            <a:prstGeom prst="roundRect">
              <a:avLst/>
            </a:prstGeom>
            <a:solidFill>
              <a:srgbClr val="E36C0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Hat"/>
            <p:cNvSpPr/>
            <p:nvPr/>
          </p:nvSpPr>
          <p:spPr>
            <a:xfrm>
              <a:off x="620000" y="90000"/>
              <a:ext cx="410000" cy="150000"/>
            </a:xfrm>
            <a:prstGeom prst="roundRect">
              <a:avLst/>
            </a:prstGeom>
            <a:solidFill>
              <a:srgbClr val="2EC4B6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Pom"/>
            <p:cNvSpPr/>
            <p:nvPr/>
          </p:nvSpPr>
          <p:spPr>
            <a:xfrm>
              <a:off x="770000" y="10000"/>
              <a:ext cx="115000" cy="1150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BFE3F7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Button 0"/>
            <p:cNvSpPr/>
            <p:nvPr/>
          </p:nvSpPr>
          <p:spPr>
            <a:xfrm>
              <a:off x="790000" y="88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Button 1"/>
            <p:cNvSpPr/>
            <p:nvPr/>
          </p:nvSpPr>
          <p:spPr>
            <a:xfrm>
              <a:off x="790000" y="101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Button 2"/>
            <p:cNvSpPr/>
            <p:nvPr/>
          </p:nvSpPr>
          <p:spPr>
            <a:xfrm>
              <a:off x="790000" y="114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Name Jack"/>
            <p:cNvSpPr txBox="1"/>
            <p:nvPr/>
          </p:nvSpPr>
          <p:spPr>
            <a:xfrm>
              <a:off x="180000" y="1590000"/>
              <a:ext cx="1300000" cy="235000"/>
            </a:xfrm>
            <a:prstGeom prst="roundRect">
              <a:avLst>
                <a:gd name="adj" fmla="val 32000"/>
              </a:avLst>
            </a:prstGeom>
            <a:solidFill>
              <a:srgbClr val="FFFFFF"/>
            </a:solidFill>
            <a:ln w="19050">
              <a:solidFill>
                <a:srgbClr val="2E75B6"/>
              </a:solidFill>
            </a:ln>
          </p:spPr>
          <p:txBody>
            <a:bodyPr lIns="18000" tIns="18000" rIns="18000" bIns="18000" anchor="ctr">
              <a:noAutofit/>
            </a:bodyPr>
            <a:lstStyle/>
            <a:p>
              <a:pPr algn="ctr"/>
              <a:r>
                <a:rPr lang="en-CA" sz="1600" b="1" dirty="0">
                  <a:solidFill>
                    <a:srgbClr val="1F3864"/>
                  </a:solidFill>
                  <a:latin typeface="Verdana"/>
                </a:rPr>
                <a:t>Jack</a:t>
              </a:r>
            </a:p>
          </p:txBody>
        </p:sp>
      </p:grpSp>
      <p:grpSp>
        <p:nvGrpSpPr>
          <p:cNvPr id="426" name="Snowman Ella"/>
          <p:cNvGrpSpPr/>
          <p:nvPr/>
        </p:nvGrpSpPr>
        <p:grpSpPr>
          <a:xfrm>
            <a:off x="593298" y="4027500"/>
            <a:ext cx="1251803" cy="1380000"/>
            <a:chOff x="0" y="0"/>
            <a:chExt cx="1660000" cy="1830000"/>
          </a:xfrm>
        </p:grpSpPr>
        <p:cxnSp>
          <p:nvCxnSpPr>
            <p:cNvPr id="427" name="Arm L"/>
            <p:cNvCxnSpPr/>
            <p:nvPr/>
          </p:nvCxnSpPr>
          <p:spPr>
            <a:xfrm flipV="1">
              <a:off x="20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cxnSp>
          <p:nvCxnSpPr>
            <p:cNvPr id="428" name="Arm R"/>
            <p:cNvCxnSpPr/>
            <p:nvPr/>
          </p:nvCxnSpPr>
          <p:spPr>
            <a:xfrm flipV="1">
              <a:off x="119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sp>
          <p:nvSpPr>
            <p:cNvPr id="429" name="Mitten L"/>
            <p:cNvSpPr/>
            <p:nvPr/>
          </p:nvSpPr>
          <p:spPr>
            <a:xfrm>
              <a:off x="130000" y="665000"/>
              <a:ext cx="140000" cy="140000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Mitten R"/>
            <p:cNvSpPr/>
            <p:nvPr/>
          </p:nvSpPr>
          <p:spPr>
            <a:xfrm>
              <a:off x="1370000" y="665000"/>
              <a:ext cx="140000" cy="140000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Bottom"/>
            <p:cNvSpPr/>
            <p:nvPr/>
          </p:nvSpPr>
          <p:spPr>
            <a:xfrm>
              <a:off x="380000" y="1120000"/>
              <a:ext cx="880000" cy="44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Middle"/>
            <p:cNvSpPr/>
            <p:nvPr/>
          </p:nvSpPr>
          <p:spPr>
            <a:xfrm>
              <a:off x="450000" y="690000"/>
              <a:ext cx="74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Head"/>
            <p:cNvSpPr/>
            <p:nvPr/>
          </p:nvSpPr>
          <p:spPr>
            <a:xfrm>
              <a:off x="540000" y="200000"/>
              <a:ext cx="560000" cy="52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Scarf"/>
            <p:cNvSpPr/>
            <p:nvPr/>
          </p:nvSpPr>
          <p:spPr>
            <a:xfrm>
              <a:off x="545000" y="700000"/>
              <a:ext cx="555000" cy="80000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Scarf tail"/>
            <p:cNvSpPr/>
            <p:nvPr/>
          </p:nvSpPr>
          <p:spPr>
            <a:xfrm>
              <a:off x="1015000" y="760000"/>
              <a:ext cx="85000" cy="250000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Cheek L"/>
            <p:cNvSpPr/>
            <p:nvPr/>
          </p:nvSpPr>
          <p:spPr>
            <a:xfrm>
              <a:off x="610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Cheek R"/>
            <p:cNvSpPr/>
            <p:nvPr/>
          </p:nvSpPr>
          <p:spPr>
            <a:xfrm>
              <a:off x="925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Eye L"/>
            <p:cNvSpPr/>
            <p:nvPr/>
          </p:nvSpPr>
          <p:spPr>
            <a:xfrm>
              <a:off x="68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Eye R"/>
            <p:cNvSpPr/>
            <p:nvPr/>
          </p:nvSpPr>
          <p:spPr>
            <a:xfrm>
              <a:off x="89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Sparkle L"/>
            <p:cNvSpPr/>
            <p:nvPr/>
          </p:nvSpPr>
          <p:spPr>
            <a:xfrm>
              <a:off x="70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Sparkle R"/>
            <p:cNvSpPr/>
            <p:nvPr/>
          </p:nvSpPr>
          <p:spPr>
            <a:xfrm>
              <a:off x="91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Nose"/>
            <p:cNvSpPr/>
            <p:nvPr/>
          </p:nvSpPr>
          <p:spPr>
            <a:xfrm>
              <a:off x="780000" y="460000"/>
              <a:ext cx="120000" cy="58000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Smile 0"/>
            <p:cNvSpPr/>
            <p:nvPr/>
          </p:nvSpPr>
          <p:spPr>
            <a:xfrm>
              <a:off x="70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Smile 1"/>
            <p:cNvSpPr/>
            <p:nvPr/>
          </p:nvSpPr>
          <p:spPr>
            <a:xfrm>
              <a:off x="77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Smile 2"/>
            <p:cNvSpPr/>
            <p:nvPr/>
          </p:nvSpPr>
          <p:spPr>
            <a:xfrm>
              <a:off x="85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Smile 3"/>
            <p:cNvSpPr/>
            <p:nvPr/>
          </p:nvSpPr>
          <p:spPr>
            <a:xfrm>
              <a:off x="92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Hat brim"/>
            <p:cNvSpPr/>
            <p:nvPr/>
          </p:nvSpPr>
          <p:spPr>
            <a:xfrm>
              <a:off x="565000" y="225000"/>
              <a:ext cx="520000" cy="700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Hat"/>
            <p:cNvSpPr/>
            <p:nvPr/>
          </p:nvSpPr>
          <p:spPr>
            <a:xfrm>
              <a:off x="620000" y="90000"/>
              <a:ext cx="410000" cy="150000"/>
            </a:xfrm>
            <a:prstGeom prst="roundRect">
              <a:avLst/>
            </a:prstGeom>
            <a:solidFill>
              <a:srgbClr val="E8505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Pom"/>
            <p:cNvSpPr/>
            <p:nvPr/>
          </p:nvSpPr>
          <p:spPr>
            <a:xfrm>
              <a:off x="770000" y="10000"/>
              <a:ext cx="115000" cy="1150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BFE3F7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Button 0"/>
            <p:cNvSpPr/>
            <p:nvPr/>
          </p:nvSpPr>
          <p:spPr>
            <a:xfrm>
              <a:off x="790000" y="88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Button 1"/>
            <p:cNvSpPr/>
            <p:nvPr/>
          </p:nvSpPr>
          <p:spPr>
            <a:xfrm>
              <a:off x="790000" y="101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Button 2"/>
            <p:cNvSpPr/>
            <p:nvPr/>
          </p:nvSpPr>
          <p:spPr>
            <a:xfrm>
              <a:off x="790000" y="114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Name Ella"/>
            <p:cNvSpPr txBox="1"/>
            <p:nvPr/>
          </p:nvSpPr>
          <p:spPr>
            <a:xfrm>
              <a:off x="180000" y="1590000"/>
              <a:ext cx="1300000" cy="235000"/>
            </a:xfrm>
            <a:prstGeom prst="roundRect">
              <a:avLst>
                <a:gd name="adj" fmla="val 32000"/>
              </a:avLst>
            </a:prstGeom>
            <a:solidFill>
              <a:srgbClr val="FFFFFF"/>
            </a:solidFill>
            <a:ln w="19050">
              <a:solidFill>
                <a:srgbClr val="2E75B6"/>
              </a:solidFill>
            </a:ln>
          </p:spPr>
          <p:txBody>
            <a:bodyPr lIns="18000" tIns="18000" rIns="18000" bIns="18000" anchor="ctr">
              <a:noAutofit/>
            </a:bodyPr>
            <a:lstStyle/>
            <a:p>
              <a:pPr algn="ctr"/>
              <a:r>
                <a:rPr lang="en-CA" sz="1600" b="1" dirty="0">
                  <a:solidFill>
                    <a:srgbClr val="1F3864"/>
                  </a:solidFill>
                  <a:latin typeface="Verdana"/>
                </a:rPr>
                <a:t>Ella</a:t>
              </a:r>
            </a:p>
          </p:txBody>
        </p:sp>
      </p:grpSp>
      <p:grpSp>
        <p:nvGrpSpPr>
          <p:cNvPr id="454" name="Snowman Caleb"/>
          <p:cNvGrpSpPr/>
          <p:nvPr/>
        </p:nvGrpSpPr>
        <p:grpSpPr>
          <a:xfrm>
            <a:off x="3031698" y="4027500"/>
            <a:ext cx="1251803" cy="1380000"/>
            <a:chOff x="0" y="0"/>
            <a:chExt cx="1660000" cy="1830000"/>
          </a:xfrm>
        </p:grpSpPr>
        <p:cxnSp>
          <p:nvCxnSpPr>
            <p:cNvPr id="455" name="Arm L"/>
            <p:cNvCxnSpPr/>
            <p:nvPr/>
          </p:nvCxnSpPr>
          <p:spPr>
            <a:xfrm flipV="1">
              <a:off x="20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cxnSp>
          <p:nvCxnSpPr>
            <p:cNvPr id="456" name="Arm R"/>
            <p:cNvCxnSpPr/>
            <p:nvPr/>
          </p:nvCxnSpPr>
          <p:spPr>
            <a:xfrm flipV="1">
              <a:off x="119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sp>
          <p:nvSpPr>
            <p:cNvPr id="457" name="Mitten L"/>
            <p:cNvSpPr/>
            <p:nvPr/>
          </p:nvSpPr>
          <p:spPr>
            <a:xfrm>
              <a:off x="130000" y="665000"/>
              <a:ext cx="140000" cy="14000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Mitten R"/>
            <p:cNvSpPr/>
            <p:nvPr/>
          </p:nvSpPr>
          <p:spPr>
            <a:xfrm>
              <a:off x="1370000" y="665000"/>
              <a:ext cx="140000" cy="14000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Bottom"/>
            <p:cNvSpPr/>
            <p:nvPr/>
          </p:nvSpPr>
          <p:spPr>
            <a:xfrm>
              <a:off x="380000" y="1120000"/>
              <a:ext cx="880000" cy="44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Middle"/>
            <p:cNvSpPr/>
            <p:nvPr/>
          </p:nvSpPr>
          <p:spPr>
            <a:xfrm>
              <a:off x="450000" y="690000"/>
              <a:ext cx="74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Head"/>
            <p:cNvSpPr/>
            <p:nvPr/>
          </p:nvSpPr>
          <p:spPr>
            <a:xfrm>
              <a:off x="540000" y="200000"/>
              <a:ext cx="560000" cy="52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Scarf"/>
            <p:cNvSpPr/>
            <p:nvPr/>
          </p:nvSpPr>
          <p:spPr>
            <a:xfrm>
              <a:off x="545000" y="700000"/>
              <a:ext cx="555000" cy="80000"/>
            </a:xfrm>
            <a:prstGeom prst="round2SameRect">
              <a:avLst/>
            </a:prstGeom>
            <a:solidFill>
              <a:srgbClr val="2E75B6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Scarf tail"/>
            <p:cNvSpPr/>
            <p:nvPr/>
          </p:nvSpPr>
          <p:spPr>
            <a:xfrm>
              <a:off x="1015000" y="760000"/>
              <a:ext cx="85000" cy="250000"/>
            </a:xfrm>
            <a:prstGeom prst="round2SameRect">
              <a:avLst/>
            </a:prstGeom>
            <a:solidFill>
              <a:srgbClr val="2E75B6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Cheek L"/>
            <p:cNvSpPr/>
            <p:nvPr/>
          </p:nvSpPr>
          <p:spPr>
            <a:xfrm>
              <a:off x="610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Cheek R"/>
            <p:cNvSpPr/>
            <p:nvPr/>
          </p:nvSpPr>
          <p:spPr>
            <a:xfrm>
              <a:off x="925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Eye L"/>
            <p:cNvSpPr/>
            <p:nvPr/>
          </p:nvSpPr>
          <p:spPr>
            <a:xfrm>
              <a:off x="68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Eye R"/>
            <p:cNvSpPr/>
            <p:nvPr/>
          </p:nvSpPr>
          <p:spPr>
            <a:xfrm>
              <a:off x="89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Sparkle L"/>
            <p:cNvSpPr/>
            <p:nvPr/>
          </p:nvSpPr>
          <p:spPr>
            <a:xfrm>
              <a:off x="70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Sparkle R"/>
            <p:cNvSpPr/>
            <p:nvPr/>
          </p:nvSpPr>
          <p:spPr>
            <a:xfrm>
              <a:off x="91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Nose"/>
            <p:cNvSpPr/>
            <p:nvPr/>
          </p:nvSpPr>
          <p:spPr>
            <a:xfrm>
              <a:off x="780000" y="460000"/>
              <a:ext cx="120000" cy="58000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Smile 0"/>
            <p:cNvSpPr/>
            <p:nvPr/>
          </p:nvSpPr>
          <p:spPr>
            <a:xfrm>
              <a:off x="70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Smile 1"/>
            <p:cNvSpPr/>
            <p:nvPr/>
          </p:nvSpPr>
          <p:spPr>
            <a:xfrm>
              <a:off x="77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Smile 2"/>
            <p:cNvSpPr/>
            <p:nvPr/>
          </p:nvSpPr>
          <p:spPr>
            <a:xfrm>
              <a:off x="85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Smile 3"/>
            <p:cNvSpPr/>
            <p:nvPr/>
          </p:nvSpPr>
          <p:spPr>
            <a:xfrm>
              <a:off x="92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Hat brim"/>
            <p:cNvSpPr/>
            <p:nvPr/>
          </p:nvSpPr>
          <p:spPr>
            <a:xfrm>
              <a:off x="565000" y="225000"/>
              <a:ext cx="520000" cy="70000"/>
            </a:xfrm>
            <a:prstGeom prst="roundRect">
              <a:avLst/>
            </a:prstGeom>
            <a:solidFill>
              <a:srgbClr val="2E75B6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Hat"/>
            <p:cNvSpPr/>
            <p:nvPr/>
          </p:nvSpPr>
          <p:spPr>
            <a:xfrm>
              <a:off x="620000" y="90000"/>
              <a:ext cx="410000" cy="150000"/>
            </a:xfrm>
            <a:prstGeom prst="roundRect">
              <a:avLst/>
            </a:prstGeom>
            <a:solidFill>
              <a:srgbClr val="E8505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Pom"/>
            <p:cNvSpPr/>
            <p:nvPr/>
          </p:nvSpPr>
          <p:spPr>
            <a:xfrm>
              <a:off x="770000" y="10000"/>
              <a:ext cx="115000" cy="1150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BFE3F7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Button 0"/>
            <p:cNvSpPr/>
            <p:nvPr/>
          </p:nvSpPr>
          <p:spPr>
            <a:xfrm>
              <a:off x="790000" y="88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Button 1"/>
            <p:cNvSpPr/>
            <p:nvPr/>
          </p:nvSpPr>
          <p:spPr>
            <a:xfrm>
              <a:off x="790000" y="101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Button 2"/>
            <p:cNvSpPr/>
            <p:nvPr/>
          </p:nvSpPr>
          <p:spPr>
            <a:xfrm>
              <a:off x="790000" y="114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Name Caleb"/>
            <p:cNvSpPr txBox="1"/>
            <p:nvPr/>
          </p:nvSpPr>
          <p:spPr>
            <a:xfrm>
              <a:off x="180000" y="1590000"/>
              <a:ext cx="1300000" cy="235000"/>
            </a:xfrm>
            <a:prstGeom prst="roundRect">
              <a:avLst>
                <a:gd name="adj" fmla="val 32000"/>
              </a:avLst>
            </a:prstGeom>
            <a:solidFill>
              <a:srgbClr val="FFFFFF"/>
            </a:solidFill>
            <a:ln w="19050">
              <a:solidFill>
                <a:srgbClr val="2E75B6"/>
              </a:solidFill>
            </a:ln>
          </p:spPr>
          <p:txBody>
            <a:bodyPr lIns="18000" tIns="18000" rIns="18000" bIns="18000" anchor="ctr">
              <a:noAutofit/>
            </a:bodyPr>
            <a:lstStyle/>
            <a:p>
              <a:pPr algn="ctr"/>
              <a:r>
                <a:rPr lang="en-CA" sz="1600" b="1" dirty="0">
                  <a:solidFill>
                    <a:srgbClr val="1F3864"/>
                  </a:solidFill>
                  <a:latin typeface="Verdana"/>
                </a:rPr>
                <a:t>Caleb</a:t>
              </a:r>
            </a:p>
          </p:txBody>
        </p:sp>
      </p:grpSp>
      <p:grpSp>
        <p:nvGrpSpPr>
          <p:cNvPr id="482" name="Snowman Nora"/>
          <p:cNvGrpSpPr/>
          <p:nvPr/>
        </p:nvGrpSpPr>
        <p:grpSpPr>
          <a:xfrm>
            <a:off x="5470098" y="4027500"/>
            <a:ext cx="1251803" cy="1380000"/>
            <a:chOff x="0" y="0"/>
            <a:chExt cx="1660000" cy="1830000"/>
          </a:xfrm>
        </p:grpSpPr>
        <p:cxnSp>
          <p:nvCxnSpPr>
            <p:cNvPr id="483" name="Arm L"/>
            <p:cNvCxnSpPr/>
            <p:nvPr/>
          </p:nvCxnSpPr>
          <p:spPr>
            <a:xfrm flipV="1">
              <a:off x="20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cxnSp>
          <p:nvCxnSpPr>
            <p:cNvPr id="484" name="Arm R"/>
            <p:cNvCxnSpPr/>
            <p:nvPr/>
          </p:nvCxnSpPr>
          <p:spPr>
            <a:xfrm flipV="1">
              <a:off x="119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sp>
          <p:nvSpPr>
            <p:cNvPr id="485" name="Mitten L"/>
            <p:cNvSpPr/>
            <p:nvPr/>
          </p:nvSpPr>
          <p:spPr>
            <a:xfrm>
              <a:off x="130000" y="665000"/>
              <a:ext cx="140000" cy="140000"/>
            </a:xfrm>
            <a:prstGeom prst="ellipse">
              <a:avLst/>
            </a:prstGeom>
            <a:solidFill>
              <a:srgbClr val="00874A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Mitten R"/>
            <p:cNvSpPr/>
            <p:nvPr/>
          </p:nvSpPr>
          <p:spPr>
            <a:xfrm>
              <a:off x="1370000" y="665000"/>
              <a:ext cx="140000" cy="140000"/>
            </a:xfrm>
            <a:prstGeom prst="ellipse">
              <a:avLst/>
            </a:prstGeom>
            <a:solidFill>
              <a:srgbClr val="00874A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Bottom"/>
            <p:cNvSpPr/>
            <p:nvPr/>
          </p:nvSpPr>
          <p:spPr>
            <a:xfrm>
              <a:off x="380000" y="1120000"/>
              <a:ext cx="880000" cy="44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Middle"/>
            <p:cNvSpPr/>
            <p:nvPr/>
          </p:nvSpPr>
          <p:spPr>
            <a:xfrm>
              <a:off x="450000" y="690000"/>
              <a:ext cx="74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Head"/>
            <p:cNvSpPr/>
            <p:nvPr/>
          </p:nvSpPr>
          <p:spPr>
            <a:xfrm>
              <a:off x="540000" y="200000"/>
              <a:ext cx="560000" cy="52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Scarf"/>
            <p:cNvSpPr/>
            <p:nvPr/>
          </p:nvSpPr>
          <p:spPr>
            <a:xfrm>
              <a:off x="545000" y="700000"/>
              <a:ext cx="555000" cy="80000"/>
            </a:xfrm>
            <a:prstGeom prst="round2SameRect">
              <a:avLst/>
            </a:prstGeom>
            <a:solidFill>
              <a:srgbClr val="00874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Scarf tail"/>
            <p:cNvSpPr/>
            <p:nvPr/>
          </p:nvSpPr>
          <p:spPr>
            <a:xfrm>
              <a:off x="1015000" y="760000"/>
              <a:ext cx="85000" cy="250000"/>
            </a:xfrm>
            <a:prstGeom prst="round2SameRect">
              <a:avLst/>
            </a:prstGeom>
            <a:solidFill>
              <a:srgbClr val="00874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Cheek L"/>
            <p:cNvSpPr/>
            <p:nvPr/>
          </p:nvSpPr>
          <p:spPr>
            <a:xfrm>
              <a:off x="610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Cheek R"/>
            <p:cNvSpPr/>
            <p:nvPr/>
          </p:nvSpPr>
          <p:spPr>
            <a:xfrm>
              <a:off x="925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Eye L"/>
            <p:cNvSpPr/>
            <p:nvPr/>
          </p:nvSpPr>
          <p:spPr>
            <a:xfrm>
              <a:off x="68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Eye R"/>
            <p:cNvSpPr/>
            <p:nvPr/>
          </p:nvSpPr>
          <p:spPr>
            <a:xfrm>
              <a:off x="89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Sparkle L"/>
            <p:cNvSpPr/>
            <p:nvPr/>
          </p:nvSpPr>
          <p:spPr>
            <a:xfrm>
              <a:off x="70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Sparkle R"/>
            <p:cNvSpPr/>
            <p:nvPr/>
          </p:nvSpPr>
          <p:spPr>
            <a:xfrm>
              <a:off x="91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Nose"/>
            <p:cNvSpPr/>
            <p:nvPr/>
          </p:nvSpPr>
          <p:spPr>
            <a:xfrm>
              <a:off x="780000" y="460000"/>
              <a:ext cx="120000" cy="58000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Smile 0"/>
            <p:cNvSpPr/>
            <p:nvPr/>
          </p:nvSpPr>
          <p:spPr>
            <a:xfrm>
              <a:off x="70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Smile 1"/>
            <p:cNvSpPr/>
            <p:nvPr/>
          </p:nvSpPr>
          <p:spPr>
            <a:xfrm>
              <a:off x="77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Smile 2"/>
            <p:cNvSpPr/>
            <p:nvPr/>
          </p:nvSpPr>
          <p:spPr>
            <a:xfrm>
              <a:off x="85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Smile 3"/>
            <p:cNvSpPr/>
            <p:nvPr/>
          </p:nvSpPr>
          <p:spPr>
            <a:xfrm>
              <a:off x="92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Hat brim"/>
            <p:cNvSpPr/>
            <p:nvPr/>
          </p:nvSpPr>
          <p:spPr>
            <a:xfrm>
              <a:off x="565000" y="225000"/>
              <a:ext cx="520000" cy="70000"/>
            </a:xfrm>
            <a:prstGeom prst="roundRect">
              <a:avLst/>
            </a:prstGeom>
            <a:solidFill>
              <a:srgbClr val="00874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Hat"/>
            <p:cNvSpPr/>
            <p:nvPr/>
          </p:nvSpPr>
          <p:spPr>
            <a:xfrm>
              <a:off x="620000" y="90000"/>
              <a:ext cx="410000" cy="150000"/>
            </a:xfrm>
            <a:prstGeom prst="roundRect">
              <a:avLst/>
            </a:prstGeom>
            <a:solidFill>
              <a:srgbClr val="F2B70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Pom"/>
            <p:cNvSpPr/>
            <p:nvPr/>
          </p:nvSpPr>
          <p:spPr>
            <a:xfrm>
              <a:off x="770000" y="10000"/>
              <a:ext cx="115000" cy="1150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BFE3F7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Button 0"/>
            <p:cNvSpPr/>
            <p:nvPr/>
          </p:nvSpPr>
          <p:spPr>
            <a:xfrm>
              <a:off x="790000" y="88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Button 1"/>
            <p:cNvSpPr/>
            <p:nvPr/>
          </p:nvSpPr>
          <p:spPr>
            <a:xfrm>
              <a:off x="790000" y="101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Button 2"/>
            <p:cNvSpPr/>
            <p:nvPr/>
          </p:nvSpPr>
          <p:spPr>
            <a:xfrm>
              <a:off x="790000" y="114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Name Nora"/>
            <p:cNvSpPr txBox="1"/>
            <p:nvPr/>
          </p:nvSpPr>
          <p:spPr>
            <a:xfrm>
              <a:off x="180000" y="1590000"/>
              <a:ext cx="1300000" cy="235000"/>
            </a:xfrm>
            <a:prstGeom prst="roundRect">
              <a:avLst>
                <a:gd name="adj" fmla="val 32000"/>
              </a:avLst>
            </a:prstGeom>
            <a:solidFill>
              <a:srgbClr val="FFFFFF"/>
            </a:solidFill>
            <a:ln w="19050">
              <a:solidFill>
                <a:srgbClr val="2E75B6"/>
              </a:solidFill>
            </a:ln>
          </p:spPr>
          <p:txBody>
            <a:bodyPr lIns="18000" tIns="18000" rIns="18000" bIns="18000" anchor="ctr">
              <a:noAutofit/>
            </a:bodyPr>
            <a:lstStyle/>
            <a:p>
              <a:pPr algn="ctr"/>
              <a:r>
                <a:rPr lang="en-CA" sz="1600" b="1" dirty="0">
                  <a:solidFill>
                    <a:srgbClr val="1F3864"/>
                  </a:solidFill>
                  <a:latin typeface="Verdana"/>
                </a:rPr>
                <a:t>Nora</a:t>
              </a:r>
            </a:p>
          </p:txBody>
        </p:sp>
      </p:grpSp>
      <p:grpSp>
        <p:nvGrpSpPr>
          <p:cNvPr id="510" name="Snowman Milo"/>
          <p:cNvGrpSpPr/>
          <p:nvPr/>
        </p:nvGrpSpPr>
        <p:grpSpPr>
          <a:xfrm>
            <a:off x="7908498" y="4027500"/>
            <a:ext cx="1251803" cy="1380000"/>
            <a:chOff x="0" y="0"/>
            <a:chExt cx="1660000" cy="1830000"/>
          </a:xfrm>
        </p:grpSpPr>
        <p:cxnSp>
          <p:nvCxnSpPr>
            <p:cNvPr id="511" name="Arm L"/>
            <p:cNvCxnSpPr/>
            <p:nvPr/>
          </p:nvCxnSpPr>
          <p:spPr>
            <a:xfrm flipV="1">
              <a:off x="20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cxnSp>
          <p:nvCxnSpPr>
            <p:cNvPr id="512" name="Arm R"/>
            <p:cNvCxnSpPr/>
            <p:nvPr/>
          </p:nvCxnSpPr>
          <p:spPr>
            <a:xfrm flipV="1">
              <a:off x="119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sp>
          <p:nvSpPr>
            <p:cNvPr id="513" name="Mitten L"/>
            <p:cNvSpPr/>
            <p:nvPr/>
          </p:nvSpPr>
          <p:spPr>
            <a:xfrm>
              <a:off x="130000" y="665000"/>
              <a:ext cx="140000" cy="140000"/>
            </a:xfrm>
            <a:prstGeom prst="ellipse">
              <a:avLst/>
            </a:prstGeom>
            <a:solidFill>
              <a:srgbClr val="7030A0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Mitten R"/>
            <p:cNvSpPr/>
            <p:nvPr/>
          </p:nvSpPr>
          <p:spPr>
            <a:xfrm>
              <a:off x="1370000" y="665000"/>
              <a:ext cx="140000" cy="140000"/>
            </a:xfrm>
            <a:prstGeom prst="ellipse">
              <a:avLst/>
            </a:prstGeom>
            <a:solidFill>
              <a:srgbClr val="7030A0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Bottom"/>
            <p:cNvSpPr/>
            <p:nvPr/>
          </p:nvSpPr>
          <p:spPr>
            <a:xfrm>
              <a:off x="380000" y="1120000"/>
              <a:ext cx="880000" cy="44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Middle"/>
            <p:cNvSpPr/>
            <p:nvPr/>
          </p:nvSpPr>
          <p:spPr>
            <a:xfrm>
              <a:off x="450000" y="690000"/>
              <a:ext cx="74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Head"/>
            <p:cNvSpPr/>
            <p:nvPr/>
          </p:nvSpPr>
          <p:spPr>
            <a:xfrm>
              <a:off x="540000" y="200000"/>
              <a:ext cx="560000" cy="52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Scarf"/>
            <p:cNvSpPr/>
            <p:nvPr/>
          </p:nvSpPr>
          <p:spPr>
            <a:xfrm>
              <a:off x="545000" y="700000"/>
              <a:ext cx="555000" cy="80000"/>
            </a:xfrm>
            <a:prstGeom prst="round2Same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Scarf tail"/>
            <p:cNvSpPr/>
            <p:nvPr/>
          </p:nvSpPr>
          <p:spPr>
            <a:xfrm>
              <a:off x="1015000" y="760000"/>
              <a:ext cx="85000" cy="250000"/>
            </a:xfrm>
            <a:prstGeom prst="round2Same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Cheek L"/>
            <p:cNvSpPr/>
            <p:nvPr/>
          </p:nvSpPr>
          <p:spPr>
            <a:xfrm>
              <a:off x="610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Cheek R"/>
            <p:cNvSpPr/>
            <p:nvPr/>
          </p:nvSpPr>
          <p:spPr>
            <a:xfrm>
              <a:off x="925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Eye L"/>
            <p:cNvSpPr/>
            <p:nvPr/>
          </p:nvSpPr>
          <p:spPr>
            <a:xfrm>
              <a:off x="68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Eye R"/>
            <p:cNvSpPr/>
            <p:nvPr/>
          </p:nvSpPr>
          <p:spPr>
            <a:xfrm>
              <a:off x="89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Sparkle L"/>
            <p:cNvSpPr/>
            <p:nvPr/>
          </p:nvSpPr>
          <p:spPr>
            <a:xfrm>
              <a:off x="70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Sparkle R"/>
            <p:cNvSpPr/>
            <p:nvPr/>
          </p:nvSpPr>
          <p:spPr>
            <a:xfrm>
              <a:off x="91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Nose"/>
            <p:cNvSpPr/>
            <p:nvPr/>
          </p:nvSpPr>
          <p:spPr>
            <a:xfrm>
              <a:off x="780000" y="460000"/>
              <a:ext cx="120000" cy="58000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Smile 0"/>
            <p:cNvSpPr/>
            <p:nvPr/>
          </p:nvSpPr>
          <p:spPr>
            <a:xfrm>
              <a:off x="70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Smile 1"/>
            <p:cNvSpPr/>
            <p:nvPr/>
          </p:nvSpPr>
          <p:spPr>
            <a:xfrm>
              <a:off x="77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Smile 2"/>
            <p:cNvSpPr/>
            <p:nvPr/>
          </p:nvSpPr>
          <p:spPr>
            <a:xfrm>
              <a:off x="85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Smile 3"/>
            <p:cNvSpPr/>
            <p:nvPr/>
          </p:nvSpPr>
          <p:spPr>
            <a:xfrm>
              <a:off x="92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Hat brim"/>
            <p:cNvSpPr/>
            <p:nvPr/>
          </p:nvSpPr>
          <p:spPr>
            <a:xfrm>
              <a:off x="565000" y="225000"/>
              <a:ext cx="520000" cy="700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Hat"/>
            <p:cNvSpPr/>
            <p:nvPr/>
          </p:nvSpPr>
          <p:spPr>
            <a:xfrm>
              <a:off x="620000" y="90000"/>
              <a:ext cx="410000" cy="150000"/>
            </a:xfrm>
            <a:prstGeom prst="roundRect">
              <a:avLst/>
            </a:prstGeom>
            <a:solidFill>
              <a:srgbClr val="F2B70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Pom"/>
            <p:cNvSpPr/>
            <p:nvPr/>
          </p:nvSpPr>
          <p:spPr>
            <a:xfrm>
              <a:off x="770000" y="10000"/>
              <a:ext cx="115000" cy="1150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BFE3F7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Button 0"/>
            <p:cNvSpPr/>
            <p:nvPr/>
          </p:nvSpPr>
          <p:spPr>
            <a:xfrm>
              <a:off x="790000" y="88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Button 1"/>
            <p:cNvSpPr/>
            <p:nvPr/>
          </p:nvSpPr>
          <p:spPr>
            <a:xfrm>
              <a:off x="790000" y="101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Button 2"/>
            <p:cNvSpPr/>
            <p:nvPr/>
          </p:nvSpPr>
          <p:spPr>
            <a:xfrm>
              <a:off x="790000" y="114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Name Milo"/>
            <p:cNvSpPr txBox="1"/>
            <p:nvPr/>
          </p:nvSpPr>
          <p:spPr>
            <a:xfrm>
              <a:off x="180000" y="1590000"/>
              <a:ext cx="1300000" cy="235000"/>
            </a:xfrm>
            <a:prstGeom prst="roundRect">
              <a:avLst>
                <a:gd name="adj" fmla="val 32000"/>
              </a:avLst>
            </a:prstGeom>
            <a:solidFill>
              <a:srgbClr val="FFFFFF"/>
            </a:solidFill>
            <a:ln w="19050">
              <a:solidFill>
                <a:srgbClr val="2E75B6"/>
              </a:solidFill>
            </a:ln>
          </p:spPr>
          <p:txBody>
            <a:bodyPr lIns="18000" tIns="18000" rIns="18000" bIns="18000" anchor="ctr">
              <a:noAutofit/>
            </a:bodyPr>
            <a:lstStyle/>
            <a:p>
              <a:pPr algn="ctr"/>
              <a:r>
                <a:rPr lang="en-CA" sz="1600" b="1" dirty="0">
                  <a:solidFill>
                    <a:srgbClr val="1F3864"/>
                  </a:solidFill>
                  <a:latin typeface="Verdana"/>
                </a:rPr>
                <a:t>Milo</a:t>
              </a:r>
            </a:p>
          </p:txBody>
        </p:sp>
      </p:grpSp>
      <p:grpSp>
        <p:nvGrpSpPr>
          <p:cNvPr id="538" name="Snowman Sadie"/>
          <p:cNvGrpSpPr/>
          <p:nvPr/>
        </p:nvGrpSpPr>
        <p:grpSpPr>
          <a:xfrm>
            <a:off x="10346898" y="4027500"/>
            <a:ext cx="1251803" cy="1380000"/>
            <a:chOff x="0" y="0"/>
            <a:chExt cx="1660000" cy="1830000"/>
          </a:xfrm>
        </p:grpSpPr>
        <p:cxnSp>
          <p:nvCxnSpPr>
            <p:cNvPr id="539" name="Arm L"/>
            <p:cNvCxnSpPr/>
            <p:nvPr/>
          </p:nvCxnSpPr>
          <p:spPr>
            <a:xfrm flipV="1">
              <a:off x="20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cxnSp>
          <p:nvCxnSpPr>
            <p:cNvPr id="540" name="Arm R"/>
            <p:cNvCxnSpPr/>
            <p:nvPr/>
          </p:nvCxnSpPr>
          <p:spPr>
            <a:xfrm flipV="1">
              <a:off x="119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sp>
          <p:nvSpPr>
            <p:cNvPr id="541" name="Mitten L"/>
            <p:cNvSpPr/>
            <p:nvPr/>
          </p:nvSpPr>
          <p:spPr>
            <a:xfrm>
              <a:off x="130000" y="665000"/>
              <a:ext cx="140000" cy="140000"/>
            </a:xfrm>
            <a:prstGeom prst="ellipse">
              <a:avLst/>
            </a:prstGeom>
            <a:solidFill>
              <a:srgbClr val="E36C0A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Mitten R"/>
            <p:cNvSpPr/>
            <p:nvPr/>
          </p:nvSpPr>
          <p:spPr>
            <a:xfrm>
              <a:off x="1370000" y="665000"/>
              <a:ext cx="140000" cy="140000"/>
            </a:xfrm>
            <a:prstGeom prst="ellipse">
              <a:avLst/>
            </a:prstGeom>
            <a:solidFill>
              <a:srgbClr val="E36C0A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Bottom"/>
            <p:cNvSpPr/>
            <p:nvPr/>
          </p:nvSpPr>
          <p:spPr>
            <a:xfrm>
              <a:off x="380000" y="1120000"/>
              <a:ext cx="880000" cy="44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Middle"/>
            <p:cNvSpPr/>
            <p:nvPr/>
          </p:nvSpPr>
          <p:spPr>
            <a:xfrm>
              <a:off x="450000" y="690000"/>
              <a:ext cx="74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Head"/>
            <p:cNvSpPr/>
            <p:nvPr/>
          </p:nvSpPr>
          <p:spPr>
            <a:xfrm>
              <a:off x="540000" y="200000"/>
              <a:ext cx="560000" cy="52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Scarf"/>
            <p:cNvSpPr/>
            <p:nvPr/>
          </p:nvSpPr>
          <p:spPr>
            <a:xfrm>
              <a:off x="545000" y="700000"/>
              <a:ext cx="555000" cy="80000"/>
            </a:xfrm>
            <a:prstGeom prst="round2SameRect">
              <a:avLst/>
            </a:prstGeom>
            <a:solidFill>
              <a:srgbClr val="E36C0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Scarf tail"/>
            <p:cNvSpPr/>
            <p:nvPr/>
          </p:nvSpPr>
          <p:spPr>
            <a:xfrm>
              <a:off x="1015000" y="760000"/>
              <a:ext cx="85000" cy="250000"/>
            </a:xfrm>
            <a:prstGeom prst="round2SameRect">
              <a:avLst/>
            </a:prstGeom>
            <a:solidFill>
              <a:srgbClr val="E36C0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Cheek L"/>
            <p:cNvSpPr/>
            <p:nvPr/>
          </p:nvSpPr>
          <p:spPr>
            <a:xfrm>
              <a:off x="610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Cheek R"/>
            <p:cNvSpPr/>
            <p:nvPr/>
          </p:nvSpPr>
          <p:spPr>
            <a:xfrm>
              <a:off x="925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Eye L"/>
            <p:cNvSpPr/>
            <p:nvPr/>
          </p:nvSpPr>
          <p:spPr>
            <a:xfrm>
              <a:off x="68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Eye R"/>
            <p:cNvSpPr/>
            <p:nvPr/>
          </p:nvSpPr>
          <p:spPr>
            <a:xfrm>
              <a:off x="89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Sparkle L"/>
            <p:cNvSpPr/>
            <p:nvPr/>
          </p:nvSpPr>
          <p:spPr>
            <a:xfrm>
              <a:off x="70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Sparkle R"/>
            <p:cNvSpPr/>
            <p:nvPr/>
          </p:nvSpPr>
          <p:spPr>
            <a:xfrm>
              <a:off x="91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Nose"/>
            <p:cNvSpPr/>
            <p:nvPr/>
          </p:nvSpPr>
          <p:spPr>
            <a:xfrm>
              <a:off x="780000" y="460000"/>
              <a:ext cx="120000" cy="58000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Smile 0"/>
            <p:cNvSpPr/>
            <p:nvPr/>
          </p:nvSpPr>
          <p:spPr>
            <a:xfrm>
              <a:off x="70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Smile 1"/>
            <p:cNvSpPr/>
            <p:nvPr/>
          </p:nvSpPr>
          <p:spPr>
            <a:xfrm>
              <a:off x="77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Smile 2"/>
            <p:cNvSpPr/>
            <p:nvPr/>
          </p:nvSpPr>
          <p:spPr>
            <a:xfrm>
              <a:off x="85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Smile 3"/>
            <p:cNvSpPr/>
            <p:nvPr/>
          </p:nvSpPr>
          <p:spPr>
            <a:xfrm>
              <a:off x="92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Hat brim"/>
            <p:cNvSpPr/>
            <p:nvPr/>
          </p:nvSpPr>
          <p:spPr>
            <a:xfrm>
              <a:off x="565000" y="225000"/>
              <a:ext cx="520000" cy="70000"/>
            </a:xfrm>
            <a:prstGeom prst="roundRect">
              <a:avLst/>
            </a:prstGeom>
            <a:solidFill>
              <a:srgbClr val="E36C0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Hat"/>
            <p:cNvSpPr/>
            <p:nvPr/>
          </p:nvSpPr>
          <p:spPr>
            <a:xfrm>
              <a:off x="620000" y="90000"/>
              <a:ext cx="410000" cy="150000"/>
            </a:xfrm>
            <a:prstGeom prst="roundRect">
              <a:avLst/>
            </a:prstGeom>
            <a:solidFill>
              <a:srgbClr val="5BC0E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Pom"/>
            <p:cNvSpPr/>
            <p:nvPr/>
          </p:nvSpPr>
          <p:spPr>
            <a:xfrm>
              <a:off x="770000" y="10000"/>
              <a:ext cx="115000" cy="1150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BFE3F7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Button 0"/>
            <p:cNvSpPr/>
            <p:nvPr/>
          </p:nvSpPr>
          <p:spPr>
            <a:xfrm>
              <a:off x="790000" y="88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Button 1"/>
            <p:cNvSpPr/>
            <p:nvPr/>
          </p:nvSpPr>
          <p:spPr>
            <a:xfrm>
              <a:off x="790000" y="101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Button 2"/>
            <p:cNvSpPr/>
            <p:nvPr/>
          </p:nvSpPr>
          <p:spPr>
            <a:xfrm>
              <a:off x="790000" y="114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Name Sadie"/>
            <p:cNvSpPr txBox="1"/>
            <p:nvPr/>
          </p:nvSpPr>
          <p:spPr>
            <a:xfrm>
              <a:off x="180000" y="1590000"/>
              <a:ext cx="1300000" cy="235000"/>
            </a:xfrm>
            <a:prstGeom prst="roundRect">
              <a:avLst>
                <a:gd name="adj" fmla="val 32000"/>
              </a:avLst>
            </a:prstGeom>
            <a:solidFill>
              <a:srgbClr val="FFFFFF"/>
            </a:solidFill>
            <a:ln w="19050">
              <a:solidFill>
                <a:srgbClr val="2E75B6"/>
              </a:solidFill>
            </a:ln>
          </p:spPr>
          <p:txBody>
            <a:bodyPr lIns="18000" tIns="18000" rIns="18000" bIns="18000" anchor="ctr">
              <a:noAutofit/>
            </a:bodyPr>
            <a:lstStyle/>
            <a:p>
              <a:pPr algn="ctr"/>
              <a:r>
                <a:rPr lang="en-CA" sz="1600" b="1" dirty="0">
                  <a:solidFill>
                    <a:srgbClr val="1F3864"/>
                  </a:solidFill>
                  <a:latin typeface="Verdana"/>
                </a:rPr>
                <a:t>Sadie</a:t>
              </a:r>
            </a:p>
          </p:txBody>
        </p:sp>
      </p:grpSp>
      <p:grpSp>
        <p:nvGrpSpPr>
          <p:cNvPr id="566" name="Snowman Theo"/>
          <p:cNvGrpSpPr/>
          <p:nvPr/>
        </p:nvGrpSpPr>
        <p:grpSpPr>
          <a:xfrm>
            <a:off x="593298" y="5374500"/>
            <a:ext cx="1251803" cy="1380000"/>
            <a:chOff x="0" y="0"/>
            <a:chExt cx="1660000" cy="1830000"/>
          </a:xfrm>
        </p:grpSpPr>
        <p:cxnSp>
          <p:nvCxnSpPr>
            <p:cNvPr id="567" name="Arm L"/>
            <p:cNvCxnSpPr/>
            <p:nvPr/>
          </p:nvCxnSpPr>
          <p:spPr>
            <a:xfrm flipV="1">
              <a:off x="20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cxnSp>
          <p:nvCxnSpPr>
            <p:cNvPr id="568" name="Arm R"/>
            <p:cNvCxnSpPr/>
            <p:nvPr/>
          </p:nvCxnSpPr>
          <p:spPr>
            <a:xfrm flipV="1">
              <a:off x="119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sp>
          <p:nvSpPr>
            <p:cNvPr id="569" name="Mitten L"/>
            <p:cNvSpPr/>
            <p:nvPr/>
          </p:nvSpPr>
          <p:spPr>
            <a:xfrm>
              <a:off x="130000" y="665000"/>
              <a:ext cx="140000" cy="140000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Mitten R"/>
            <p:cNvSpPr/>
            <p:nvPr/>
          </p:nvSpPr>
          <p:spPr>
            <a:xfrm>
              <a:off x="1370000" y="665000"/>
              <a:ext cx="140000" cy="140000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Bottom"/>
            <p:cNvSpPr/>
            <p:nvPr/>
          </p:nvSpPr>
          <p:spPr>
            <a:xfrm>
              <a:off x="380000" y="1120000"/>
              <a:ext cx="880000" cy="44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Middle"/>
            <p:cNvSpPr/>
            <p:nvPr/>
          </p:nvSpPr>
          <p:spPr>
            <a:xfrm>
              <a:off x="450000" y="690000"/>
              <a:ext cx="74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Head"/>
            <p:cNvSpPr/>
            <p:nvPr/>
          </p:nvSpPr>
          <p:spPr>
            <a:xfrm>
              <a:off x="540000" y="200000"/>
              <a:ext cx="560000" cy="52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Scarf"/>
            <p:cNvSpPr/>
            <p:nvPr/>
          </p:nvSpPr>
          <p:spPr>
            <a:xfrm>
              <a:off x="545000" y="700000"/>
              <a:ext cx="555000" cy="80000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Scarf tail"/>
            <p:cNvSpPr/>
            <p:nvPr/>
          </p:nvSpPr>
          <p:spPr>
            <a:xfrm>
              <a:off x="1015000" y="760000"/>
              <a:ext cx="85000" cy="250000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Cheek L"/>
            <p:cNvSpPr/>
            <p:nvPr/>
          </p:nvSpPr>
          <p:spPr>
            <a:xfrm>
              <a:off x="610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Cheek R"/>
            <p:cNvSpPr/>
            <p:nvPr/>
          </p:nvSpPr>
          <p:spPr>
            <a:xfrm>
              <a:off x="925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Eye L"/>
            <p:cNvSpPr/>
            <p:nvPr/>
          </p:nvSpPr>
          <p:spPr>
            <a:xfrm>
              <a:off x="68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Eye R"/>
            <p:cNvSpPr/>
            <p:nvPr/>
          </p:nvSpPr>
          <p:spPr>
            <a:xfrm>
              <a:off x="89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Sparkle L"/>
            <p:cNvSpPr/>
            <p:nvPr/>
          </p:nvSpPr>
          <p:spPr>
            <a:xfrm>
              <a:off x="70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Sparkle R"/>
            <p:cNvSpPr/>
            <p:nvPr/>
          </p:nvSpPr>
          <p:spPr>
            <a:xfrm>
              <a:off x="91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Nose"/>
            <p:cNvSpPr/>
            <p:nvPr/>
          </p:nvSpPr>
          <p:spPr>
            <a:xfrm>
              <a:off x="780000" y="460000"/>
              <a:ext cx="120000" cy="58000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Smile 0"/>
            <p:cNvSpPr/>
            <p:nvPr/>
          </p:nvSpPr>
          <p:spPr>
            <a:xfrm>
              <a:off x="70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Smile 1"/>
            <p:cNvSpPr/>
            <p:nvPr/>
          </p:nvSpPr>
          <p:spPr>
            <a:xfrm>
              <a:off x="77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Smile 2"/>
            <p:cNvSpPr/>
            <p:nvPr/>
          </p:nvSpPr>
          <p:spPr>
            <a:xfrm>
              <a:off x="85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Smile 3"/>
            <p:cNvSpPr/>
            <p:nvPr/>
          </p:nvSpPr>
          <p:spPr>
            <a:xfrm>
              <a:off x="92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Hat brim"/>
            <p:cNvSpPr/>
            <p:nvPr/>
          </p:nvSpPr>
          <p:spPr>
            <a:xfrm>
              <a:off x="565000" y="225000"/>
              <a:ext cx="520000" cy="70000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Hat"/>
            <p:cNvSpPr/>
            <p:nvPr/>
          </p:nvSpPr>
          <p:spPr>
            <a:xfrm>
              <a:off x="620000" y="90000"/>
              <a:ext cx="410000" cy="150000"/>
            </a:xfrm>
            <a:prstGeom prst="roundRect">
              <a:avLst/>
            </a:prstGeom>
            <a:solidFill>
              <a:srgbClr val="5BC0E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Pom"/>
            <p:cNvSpPr/>
            <p:nvPr/>
          </p:nvSpPr>
          <p:spPr>
            <a:xfrm>
              <a:off x="770000" y="10000"/>
              <a:ext cx="115000" cy="1150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BFE3F7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Button 0"/>
            <p:cNvSpPr/>
            <p:nvPr/>
          </p:nvSpPr>
          <p:spPr>
            <a:xfrm>
              <a:off x="790000" y="88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Button 1"/>
            <p:cNvSpPr/>
            <p:nvPr/>
          </p:nvSpPr>
          <p:spPr>
            <a:xfrm>
              <a:off x="790000" y="101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Button 2"/>
            <p:cNvSpPr/>
            <p:nvPr/>
          </p:nvSpPr>
          <p:spPr>
            <a:xfrm>
              <a:off x="790000" y="114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Name Theo"/>
            <p:cNvSpPr txBox="1"/>
            <p:nvPr/>
          </p:nvSpPr>
          <p:spPr>
            <a:xfrm>
              <a:off x="180000" y="1590000"/>
              <a:ext cx="1300000" cy="235000"/>
            </a:xfrm>
            <a:prstGeom prst="roundRect">
              <a:avLst>
                <a:gd name="adj" fmla="val 32000"/>
              </a:avLst>
            </a:prstGeom>
            <a:solidFill>
              <a:srgbClr val="FFFFFF"/>
            </a:solidFill>
            <a:ln w="19050">
              <a:solidFill>
                <a:srgbClr val="2E75B6"/>
              </a:solidFill>
            </a:ln>
          </p:spPr>
          <p:txBody>
            <a:bodyPr lIns="18000" tIns="18000" rIns="18000" bIns="18000" anchor="ctr">
              <a:noAutofit/>
            </a:bodyPr>
            <a:lstStyle/>
            <a:p>
              <a:pPr algn="ctr"/>
              <a:r>
                <a:rPr lang="en-CA" sz="1600" b="1" dirty="0">
                  <a:solidFill>
                    <a:srgbClr val="1F3864"/>
                  </a:solidFill>
                  <a:latin typeface="Verdana"/>
                </a:rPr>
                <a:t>Theo</a:t>
              </a:r>
            </a:p>
          </p:txBody>
        </p:sp>
      </p:grpSp>
      <p:grpSp>
        <p:nvGrpSpPr>
          <p:cNvPr id="594" name="Snowman Ivy"/>
          <p:cNvGrpSpPr/>
          <p:nvPr/>
        </p:nvGrpSpPr>
        <p:grpSpPr>
          <a:xfrm>
            <a:off x="3031698" y="5374500"/>
            <a:ext cx="1251803" cy="1380000"/>
            <a:chOff x="0" y="0"/>
            <a:chExt cx="1660000" cy="1830000"/>
          </a:xfrm>
        </p:grpSpPr>
        <p:cxnSp>
          <p:nvCxnSpPr>
            <p:cNvPr id="595" name="Arm L"/>
            <p:cNvCxnSpPr/>
            <p:nvPr/>
          </p:nvCxnSpPr>
          <p:spPr>
            <a:xfrm flipV="1">
              <a:off x="20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cxnSp>
          <p:nvCxnSpPr>
            <p:cNvPr id="596" name="Arm R"/>
            <p:cNvCxnSpPr/>
            <p:nvPr/>
          </p:nvCxnSpPr>
          <p:spPr>
            <a:xfrm flipV="1">
              <a:off x="119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sp>
          <p:nvSpPr>
            <p:cNvPr id="597" name="Mitten L"/>
            <p:cNvSpPr/>
            <p:nvPr/>
          </p:nvSpPr>
          <p:spPr>
            <a:xfrm>
              <a:off x="130000" y="665000"/>
              <a:ext cx="140000" cy="14000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Mitten R"/>
            <p:cNvSpPr/>
            <p:nvPr/>
          </p:nvSpPr>
          <p:spPr>
            <a:xfrm>
              <a:off x="1370000" y="665000"/>
              <a:ext cx="140000" cy="140000"/>
            </a:xfrm>
            <a:prstGeom prst="ellipse">
              <a:avLst/>
            </a:prstGeom>
            <a:solidFill>
              <a:srgbClr val="2E75B6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Bottom"/>
            <p:cNvSpPr/>
            <p:nvPr/>
          </p:nvSpPr>
          <p:spPr>
            <a:xfrm>
              <a:off x="380000" y="1120000"/>
              <a:ext cx="880000" cy="44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Middle"/>
            <p:cNvSpPr/>
            <p:nvPr/>
          </p:nvSpPr>
          <p:spPr>
            <a:xfrm>
              <a:off x="450000" y="690000"/>
              <a:ext cx="74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Head"/>
            <p:cNvSpPr/>
            <p:nvPr/>
          </p:nvSpPr>
          <p:spPr>
            <a:xfrm>
              <a:off x="540000" y="200000"/>
              <a:ext cx="560000" cy="52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Scarf"/>
            <p:cNvSpPr/>
            <p:nvPr/>
          </p:nvSpPr>
          <p:spPr>
            <a:xfrm>
              <a:off x="545000" y="700000"/>
              <a:ext cx="555000" cy="80000"/>
            </a:xfrm>
            <a:prstGeom prst="round2SameRect">
              <a:avLst/>
            </a:prstGeom>
            <a:solidFill>
              <a:srgbClr val="2E75B6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Scarf tail"/>
            <p:cNvSpPr/>
            <p:nvPr/>
          </p:nvSpPr>
          <p:spPr>
            <a:xfrm>
              <a:off x="1015000" y="760000"/>
              <a:ext cx="85000" cy="250000"/>
            </a:xfrm>
            <a:prstGeom prst="round2SameRect">
              <a:avLst/>
            </a:prstGeom>
            <a:solidFill>
              <a:srgbClr val="2E75B6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Cheek L"/>
            <p:cNvSpPr/>
            <p:nvPr/>
          </p:nvSpPr>
          <p:spPr>
            <a:xfrm>
              <a:off x="610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Cheek R"/>
            <p:cNvSpPr/>
            <p:nvPr/>
          </p:nvSpPr>
          <p:spPr>
            <a:xfrm>
              <a:off x="925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Eye L"/>
            <p:cNvSpPr/>
            <p:nvPr/>
          </p:nvSpPr>
          <p:spPr>
            <a:xfrm>
              <a:off x="68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Eye R"/>
            <p:cNvSpPr/>
            <p:nvPr/>
          </p:nvSpPr>
          <p:spPr>
            <a:xfrm>
              <a:off x="89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Sparkle L"/>
            <p:cNvSpPr/>
            <p:nvPr/>
          </p:nvSpPr>
          <p:spPr>
            <a:xfrm>
              <a:off x="70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Sparkle R"/>
            <p:cNvSpPr/>
            <p:nvPr/>
          </p:nvSpPr>
          <p:spPr>
            <a:xfrm>
              <a:off x="91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Nose"/>
            <p:cNvSpPr/>
            <p:nvPr/>
          </p:nvSpPr>
          <p:spPr>
            <a:xfrm>
              <a:off x="780000" y="460000"/>
              <a:ext cx="120000" cy="58000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Smile 0"/>
            <p:cNvSpPr/>
            <p:nvPr/>
          </p:nvSpPr>
          <p:spPr>
            <a:xfrm>
              <a:off x="70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Smile 1"/>
            <p:cNvSpPr/>
            <p:nvPr/>
          </p:nvSpPr>
          <p:spPr>
            <a:xfrm>
              <a:off x="77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Smile 2"/>
            <p:cNvSpPr/>
            <p:nvPr/>
          </p:nvSpPr>
          <p:spPr>
            <a:xfrm>
              <a:off x="85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Smile 3"/>
            <p:cNvSpPr/>
            <p:nvPr/>
          </p:nvSpPr>
          <p:spPr>
            <a:xfrm>
              <a:off x="92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Hat brim"/>
            <p:cNvSpPr/>
            <p:nvPr/>
          </p:nvSpPr>
          <p:spPr>
            <a:xfrm>
              <a:off x="565000" y="225000"/>
              <a:ext cx="520000" cy="70000"/>
            </a:xfrm>
            <a:prstGeom prst="roundRect">
              <a:avLst/>
            </a:prstGeom>
            <a:solidFill>
              <a:srgbClr val="2E75B6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Hat"/>
            <p:cNvSpPr/>
            <p:nvPr/>
          </p:nvSpPr>
          <p:spPr>
            <a:xfrm>
              <a:off x="620000" y="90000"/>
              <a:ext cx="410000" cy="150000"/>
            </a:xfrm>
            <a:prstGeom prst="roundRect">
              <a:avLst/>
            </a:prstGeom>
            <a:solidFill>
              <a:srgbClr val="9B5DE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Pom"/>
            <p:cNvSpPr/>
            <p:nvPr/>
          </p:nvSpPr>
          <p:spPr>
            <a:xfrm>
              <a:off x="770000" y="10000"/>
              <a:ext cx="115000" cy="1150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BFE3F7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Button 0"/>
            <p:cNvSpPr/>
            <p:nvPr/>
          </p:nvSpPr>
          <p:spPr>
            <a:xfrm>
              <a:off x="790000" y="88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Button 1"/>
            <p:cNvSpPr/>
            <p:nvPr/>
          </p:nvSpPr>
          <p:spPr>
            <a:xfrm>
              <a:off x="790000" y="101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Button 2"/>
            <p:cNvSpPr/>
            <p:nvPr/>
          </p:nvSpPr>
          <p:spPr>
            <a:xfrm>
              <a:off x="790000" y="114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Name Ivy"/>
            <p:cNvSpPr txBox="1"/>
            <p:nvPr/>
          </p:nvSpPr>
          <p:spPr>
            <a:xfrm>
              <a:off x="180000" y="1590000"/>
              <a:ext cx="1300000" cy="235000"/>
            </a:xfrm>
            <a:prstGeom prst="roundRect">
              <a:avLst>
                <a:gd name="adj" fmla="val 32000"/>
              </a:avLst>
            </a:prstGeom>
            <a:solidFill>
              <a:srgbClr val="FFFFFF"/>
            </a:solidFill>
            <a:ln w="19050">
              <a:solidFill>
                <a:srgbClr val="2E75B6"/>
              </a:solidFill>
            </a:ln>
          </p:spPr>
          <p:txBody>
            <a:bodyPr lIns="18000" tIns="18000" rIns="18000" bIns="18000" anchor="ctr">
              <a:noAutofit/>
            </a:bodyPr>
            <a:lstStyle/>
            <a:p>
              <a:pPr algn="ctr"/>
              <a:r>
                <a:rPr lang="en-CA" sz="1600" b="1" dirty="0">
                  <a:solidFill>
                    <a:srgbClr val="1F3864"/>
                  </a:solidFill>
                  <a:latin typeface="Verdana"/>
                </a:rPr>
                <a:t>Ivy</a:t>
              </a:r>
            </a:p>
          </p:txBody>
        </p:sp>
      </p:grpSp>
      <p:grpSp>
        <p:nvGrpSpPr>
          <p:cNvPr id="622" name="Snowman Finn"/>
          <p:cNvGrpSpPr/>
          <p:nvPr/>
        </p:nvGrpSpPr>
        <p:grpSpPr>
          <a:xfrm>
            <a:off x="5470098" y="5374500"/>
            <a:ext cx="1251803" cy="1380000"/>
            <a:chOff x="0" y="0"/>
            <a:chExt cx="1660000" cy="1830000"/>
          </a:xfrm>
        </p:grpSpPr>
        <p:cxnSp>
          <p:nvCxnSpPr>
            <p:cNvPr id="623" name="Arm L"/>
            <p:cNvCxnSpPr/>
            <p:nvPr/>
          </p:nvCxnSpPr>
          <p:spPr>
            <a:xfrm flipV="1">
              <a:off x="20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cxnSp>
          <p:nvCxnSpPr>
            <p:cNvPr id="624" name="Arm R"/>
            <p:cNvCxnSpPr/>
            <p:nvPr/>
          </p:nvCxnSpPr>
          <p:spPr>
            <a:xfrm flipV="1">
              <a:off x="119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sp>
          <p:nvSpPr>
            <p:cNvPr id="625" name="Mitten L"/>
            <p:cNvSpPr/>
            <p:nvPr/>
          </p:nvSpPr>
          <p:spPr>
            <a:xfrm>
              <a:off x="130000" y="665000"/>
              <a:ext cx="140000" cy="140000"/>
            </a:xfrm>
            <a:prstGeom prst="ellipse">
              <a:avLst/>
            </a:prstGeom>
            <a:solidFill>
              <a:srgbClr val="00874A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Mitten R"/>
            <p:cNvSpPr/>
            <p:nvPr/>
          </p:nvSpPr>
          <p:spPr>
            <a:xfrm>
              <a:off x="1370000" y="665000"/>
              <a:ext cx="140000" cy="140000"/>
            </a:xfrm>
            <a:prstGeom prst="ellipse">
              <a:avLst/>
            </a:prstGeom>
            <a:solidFill>
              <a:srgbClr val="00874A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Bottom"/>
            <p:cNvSpPr/>
            <p:nvPr/>
          </p:nvSpPr>
          <p:spPr>
            <a:xfrm>
              <a:off x="380000" y="1120000"/>
              <a:ext cx="880000" cy="44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Middle"/>
            <p:cNvSpPr/>
            <p:nvPr/>
          </p:nvSpPr>
          <p:spPr>
            <a:xfrm>
              <a:off x="450000" y="690000"/>
              <a:ext cx="74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Head"/>
            <p:cNvSpPr/>
            <p:nvPr/>
          </p:nvSpPr>
          <p:spPr>
            <a:xfrm>
              <a:off x="540000" y="200000"/>
              <a:ext cx="560000" cy="52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Scarf"/>
            <p:cNvSpPr/>
            <p:nvPr/>
          </p:nvSpPr>
          <p:spPr>
            <a:xfrm>
              <a:off x="545000" y="700000"/>
              <a:ext cx="555000" cy="80000"/>
            </a:xfrm>
            <a:prstGeom prst="round2SameRect">
              <a:avLst/>
            </a:prstGeom>
            <a:solidFill>
              <a:srgbClr val="00874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Scarf tail"/>
            <p:cNvSpPr/>
            <p:nvPr/>
          </p:nvSpPr>
          <p:spPr>
            <a:xfrm>
              <a:off x="1015000" y="760000"/>
              <a:ext cx="85000" cy="250000"/>
            </a:xfrm>
            <a:prstGeom prst="round2SameRect">
              <a:avLst/>
            </a:prstGeom>
            <a:solidFill>
              <a:srgbClr val="00874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Cheek L"/>
            <p:cNvSpPr/>
            <p:nvPr/>
          </p:nvSpPr>
          <p:spPr>
            <a:xfrm>
              <a:off x="610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Cheek R"/>
            <p:cNvSpPr/>
            <p:nvPr/>
          </p:nvSpPr>
          <p:spPr>
            <a:xfrm>
              <a:off x="925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Eye L"/>
            <p:cNvSpPr/>
            <p:nvPr/>
          </p:nvSpPr>
          <p:spPr>
            <a:xfrm>
              <a:off x="68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Eye R"/>
            <p:cNvSpPr/>
            <p:nvPr/>
          </p:nvSpPr>
          <p:spPr>
            <a:xfrm>
              <a:off x="89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Sparkle L"/>
            <p:cNvSpPr/>
            <p:nvPr/>
          </p:nvSpPr>
          <p:spPr>
            <a:xfrm>
              <a:off x="70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Sparkle R"/>
            <p:cNvSpPr/>
            <p:nvPr/>
          </p:nvSpPr>
          <p:spPr>
            <a:xfrm>
              <a:off x="91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Nose"/>
            <p:cNvSpPr/>
            <p:nvPr/>
          </p:nvSpPr>
          <p:spPr>
            <a:xfrm>
              <a:off x="780000" y="460000"/>
              <a:ext cx="120000" cy="58000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Smile 0"/>
            <p:cNvSpPr/>
            <p:nvPr/>
          </p:nvSpPr>
          <p:spPr>
            <a:xfrm>
              <a:off x="70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Smile 1"/>
            <p:cNvSpPr/>
            <p:nvPr/>
          </p:nvSpPr>
          <p:spPr>
            <a:xfrm>
              <a:off x="77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Smile 2"/>
            <p:cNvSpPr/>
            <p:nvPr/>
          </p:nvSpPr>
          <p:spPr>
            <a:xfrm>
              <a:off x="85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Smile 3"/>
            <p:cNvSpPr/>
            <p:nvPr/>
          </p:nvSpPr>
          <p:spPr>
            <a:xfrm>
              <a:off x="92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Hat brim"/>
            <p:cNvSpPr/>
            <p:nvPr/>
          </p:nvSpPr>
          <p:spPr>
            <a:xfrm>
              <a:off x="565000" y="225000"/>
              <a:ext cx="520000" cy="70000"/>
            </a:xfrm>
            <a:prstGeom prst="roundRect">
              <a:avLst/>
            </a:prstGeom>
            <a:solidFill>
              <a:srgbClr val="00874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Hat"/>
            <p:cNvSpPr/>
            <p:nvPr/>
          </p:nvSpPr>
          <p:spPr>
            <a:xfrm>
              <a:off x="620000" y="90000"/>
              <a:ext cx="410000" cy="150000"/>
            </a:xfrm>
            <a:prstGeom prst="roundRect">
              <a:avLst/>
            </a:prstGeom>
            <a:solidFill>
              <a:srgbClr val="9B5DE5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Pom"/>
            <p:cNvSpPr/>
            <p:nvPr/>
          </p:nvSpPr>
          <p:spPr>
            <a:xfrm>
              <a:off x="770000" y="10000"/>
              <a:ext cx="115000" cy="1150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BFE3F7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Button 0"/>
            <p:cNvSpPr/>
            <p:nvPr/>
          </p:nvSpPr>
          <p:spPr>
            <a:xfrm>
              <a:off x="790000" y="88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Button 1"/>
            <p:cNvSpPr/>
            <p:nvPr/>
          </p:nvSpPr>
          <p:spPr>
            <a:xfrm>
              <a:off x="790000" y="101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Button 2"/>
            <p:cNvSpPr/>
            <p:nvPr/>
          </p:nvSpPr>
          <p:spPr>
            <a:xfrm>
              <a:off x="790000" y="114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Name Finn"/>
            <p:cNvSpPr txBox="1"/>
            <p:nvPr/>
          </p:nvSpPr>
          <p:spPr>
            <a:xfrm>
              <a:off x="180000" y="1590000"/>
              <a:ext cx="1300000" cy="235000"/>
            </a:xfrm>
            <a:prstGeom prst="roundRect">
              <a:avLst>
                <a:gd name="adj" fmla="val 32000"/>
              </a:avLst>
            </a:prstGeom>
            <a:solidFill>
              <a:srgbClr val="FFFFFF"/>
            </a:solidFill>
            <a:ln w="19050">
              <a:solidFill>
                <a:srgbClr val="2E75B6"/>
              </a:solidFill>
            </a:ln>
          </p:spPr>
          <p:txBody>
            <a:bodyPr lIns="18000" tIns="18000" rIns="18000" bIns="18000" anchor="ctr">
              <a:noAutofit/>
            </a:bodyPr>
            <a:lstStyle/>
            <a:p>
              <a:pPr algn="ctr"/>
              <a:r>
                <a:rPr lang="en-CA" sz="1600" b="1" dirty="0">
                  <a:solidFill>
                    <a:srgbClr val="1F3864"/>
                  </a:solidFill>
                  <a:latin typeface="Verdana"/>
                </a:rPr>
                <a:t>Finn</a:t>
              </a:r>
            </a:p>
          </p:txBody>
        </p:sp>
      </p:grpSp>
      <p:grpSp>
        <p:nvGrpSpPr>
          <p:cNvPr id="650" name="Snowman Hazel"/>
          <p:cNvGrpSpPr/>
          <p:nvPr/>
        </p:nvGrpSpPr>
        <p:grpSpPr>
          <a:xfrm>
            <a:off x="7908498" y="5374500"/>
            <a:ext cx="1251803" cy="1380000"/>
            <a:chOff x="0" y="0"/>
            <a:chExt cx="1660000" cy="1830000"/>
          </a:xfrm>
        </p:grpSpPr>
        <p:cxnSp>
          <p:nvCxnSpPr>
            <p:cNvPr id="651" name="Arm L"/>
            <p:cNvCxnSpPr/>
            <p:nvPr/>
          </p:nvCxnSpPr>
          <p:spPr>
            <a:xfrm flipV="1">
              <a:off x="20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cxnSp>
          <p:nvCxnSpPr>
            <p:cNvPr id="652" name="Arm R"/>
            <p:cNvCxnSpPr/>
            <p:nvPr/>
          </p:nvCxnSpPr>
          <p:spPr>
            <a:xfrm flipV="1">
              <a:off x="119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sp>
          <p:nvSpPr>
            <p:cNvPr id="653" name="Mitten L"/>
            <p:cNvSpPr/>
            <p:nvPr/>
          </p:nvSpPr>
          <p:spPr>
            <a:xfrm>
              <a:off x="130000" y="665000"/>
              <a:ext cx="140000" cy="140000"/>
            </a:xfrm>
            <a:prstGeom prst="ellipse">
              <a:avLst/>
            </a:prstGeom>
            <a:solidFill>
              <a:srgbClr val="7030A0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Mitten R"/>
            <p:cNvSpPr/>
            <p:nvPr/>
          </p:nvSpPr>
          <p:spPr>
            <a:xfrm>
              <a:off x="1370000" y="665000"/>
              <a:ext cx="140000" cy="140000"/>
            </a:xfrm>
            <a:prstGeom prst="ellipse">
              <a:avLst/>
            </a:prstGeom>
            <a:solidFill>
              <a:srgbClr val="7030A0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Bottom"/>
            <p:cNvSpPr/>
            <p:nvPr/>
          </p:nvSpPr>
          <p:spPr>
            <a:xfrm>
              <a:off x="380000" y="1120000"/>
              <a:ext cx="880000" cy="44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Middle"/>
            <p:cNvSpPr/>
            <p:nvPr/>
          </p:nvSpPr>
          <p:spPr>
            <a:xfrm>
              <a:off x="450000" y="690000"/>
              <a:ext cx="74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Head"/>
            <p:cNvSpPr/>
            <p:nvPr/>
          </p:nvSpPr>
          <p:spPr>
            <a:xfrm>
              <a:off x="540000" y="200000"/>
              <a:ext cx="560000" cy="52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Scarf"/>
            <p:cNvSpPr/>
            <p:nvPr/>
          </p:nvSpPr>
          <p:spPr>
            <a:xfrm>
              <a:off x="545000" y="700000"/>
              <a:ext cx="555000" cy="80000"/>
            </a:xfrm>
            <a:prstGeom prst="round2Same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Scarf tail"/>
            <p:cNvSpPr/>
            <p:nvPr/>
          </p:nvSpPr>
          <p:spPr>
            <a:xfrm>
              <a:off x="1015000" y="760000"/>
              <a:ext cx="85000" cy="250000"/>
            </a:xfrm>
            <a:prstGeom prst="round2Same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Cheek L"/>
            <p:cNvSpPr/>
            <p:nvPr/>
          </p:nvSpPr>
          <p:spPr>
            <a:xfrm>
              <a:off x="610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Cheek R"/>
            <p:cNvSpPr/>
            <p:nvPr/>
          </p:nvSpPr>
          <p:spPr>
            <a:xfrm>
              <a:off x="925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Eye L"/>
            <p:cNvSpPr/>
            <p:nvPr/>
          </p:nvSpPr>
          <p:spPr>
            <a:xfrm>
              <a:off x="68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Eye R"/>
            <p:cNvSpPr/>
            <p:nvPr/>
          </p:nvSpPr>
          <p:spPr>
            <a:xfrm>
              <a:off x="89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Sparkle L"/>
            <p:cNvSpPr/>
            <p:nvPr/>
          </p:nvSpPr>
          <p:spPr>
            <a:xfrm>
              <a:off x="70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Sparkle R"/>
            <p:cNvSpPr/>
            <p:nvPr/>
          </p:nvSpPr>
          <p:spPr>
            <a:xfrm>
              <a:off x="91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Nose"/>
            <p:cNvSpPr/>
            <p:nvPr/>
          </p:nvSpPr>
          <p:spPr>
            <a:xfrm>
              <a:off x="780000" y="460000"/>
              <a:ext cx="120000" cy="58000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Smile 0"/>
            <p:cNvSpPr/>
            <p:nvPr/>
          </p:nvSpPr>
          <p:spPr>
            <a:xfrm>
              <a:off x="70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Smile 1"/>
            <p:cNvSpPr/>
            <p:nvPr/>
          </p:nvSpPr>
          <p:spPr>
            <a:xfrm>
              <a:off x="77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Smile 2"/>
            <p:cNvSpPr/>
            <p:nvPr/>
          </p:nvSpPr>
          <p:spPr>
            <a:xfrm>
              <a:off x="85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Smile 3"/>
            <p:cNvSpPr/>
            <p:nvPr/>
          </p:nvSpPr>
          <p:spPr>
            <a:xfrm>
              <a:off x="92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Hat brim"/>
            <p:cNvSpPr/>
            <p:nvPr/>
          </p:nvSpPr>
          <p:spPr>
            <a:xfrm>
              <a:off x="565000" y="225000"/>
              <a:ext cx="520000" cy="700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Hat"/>
            <p:cNvSpPr/>
            <p:nvPr/>
          </p:nvSpPr>
          <p:spPr>
            <a:xfrm>
              <a:off x="620000" y="90000"/>
              <a:ext cx="410000" cy="150000"/>
            </a:xfrm>
            <a:prstGeom prst="roundRect">
              <a:avLst/>
            </a:prstGeom>
            <a:solidFill>
              <a:srgbClr val="2EC4B6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Pom"/>
            <p:cNvSpPr/>
            <p:nvPr/>
          </p:nvSpPr>
          <p:spPr>
            <a:xfrm>
              <a:off x="770000" y="10000"/>
              <a:ext cx="115000" cy="1150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BFE3F7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Button 0"/>
            <p:cNvSpPr/>
            <p:nvPr/>
          </p:nvSpPr>
          <p:spPr>
            <a:xfrm>
              <a:off x="790000" y="88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Button 1"/>
            <p:cNvSpPr/>
            <p:nvPr/>
          </p:nvSpPr>
          <p:spPr>
            <a:xfrm>
              <a:off x="790000" y="101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Button 2"/>
            <p:cNvSpPr/>
            <p:nvPr/>
          </p:nvSpPr>
          <p:spPr>
            <a:xfrm>
              <a:off x="790000" y="114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Name Hazel"/>
            <p:cNvSpPr txBox="1"/>
            <p:nvPr/>
          </p:nvSpPr>
          <p:spPr>
            <a:xfrm>
              <a:off x="180000" y="1590000"/>
              <a:ext cx="1300000" cy="235000"/>
            </a:xfrm>
            <a:prstGeom prst="roundRect">
              <a:avLst>
                <a:gd name="adj" fmla="val 32000"/>
              </a:avLst>
            </a:prstGeom>
            <a:solidFill>
              <a:srgbClr val="FFFFFF"/>
            </a:solidFill>
            <a:ln w="19050">
              <a:solidFill>
                <a:srgbClr val="2E75B6"/>
              </a:solidFill>
            </a:ln>
          </p:spPr>
          <p:txBody>
            <a:bodyPr lIns="18000" tIns="18000" rIns="18000" bIns="18000" anchor="ctr">
              <a:noAutofit/>
            </a:bodyPr>
            <a:lstStyle/>
            <a:p>
              <a:pPr algn="ctr"/>
              <a:r>
                <a:rPr lang="en-CA" sz="1600" b="1" dirty="0">
                  <a:solidFill>
                    <a:srgbClr val="1F3864"/>
                  </a:solidFill>
                  <a:latin typeface="Verdana"/>
                </a:rPr>
                <a:t>Hazel</a:t>
              </a:r>
            </a:p>
          </p:txBody>
        </p:sp>
      </p:grpSp>
      <p:grpSp>
        <p:nvGrpSpPr>
          <p:cNvPr id="678" name="Snowman Leo"/>
          <p:cNvGrpSpPr/>
          <p:nvPr/>
        </p:nvGrpSpPr>
        <p:grpSpPr>
          <a:xfrm>
            <a:off x="10346898" y="5374500"/>
            <a:ext cx="1251803" cy="1380000"/>
            <a:chOff x="0" y="0"/>
            <a:chExt cx="1660000" cy="1830000"/>
          </a:xfrm>
        </p:grpSpPr>
        <p:cxnSp>
          <p:nvCxnSpPr>
            <p:cNvPr id="679" name="Arm L"/>
            <p:cNvCxnSpPr/>
            <p:nvPr/>
          </p:nvCxnSpPr>
          <p:spPr>
            <a:xfrm flipV="1">
              <a:off x="20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cxnSp>
          <p:nvCxnSpPr>
            <p:cNvPr id="680" name="Arm R"/>
            <p:cNvCxnSpPr/>
            <p:nvPr/>
          </p:nvCxnSpPr>
          <p:spPr>
            <a:xfrm flipV="1">
              <a:off x="1190000" y="730000"/>
              <a:ext cx="250000" cy="170000"/>
            </a:xfrm>
            <a:prstGeom prst="line">
              <a:avLst/>
            </a:prstGeom>
            <a:ln w="28575" cap="rnd">
              <a:solidFill>
                <a:srgbClr val="7B4B22"/>
              </a:solidFill>
            </a:ln>
          </p:spPr>
        </p:cxnSp>
        <p:sp>
          <p:nvSpPr>
            <p:cNvPr id="681" name="Mitten L"/>
            <p:cNvSpPr/>
            <p:nvPr/>
          </p:nvSpPr>
          <p:spPr>
            <a:xfrm>
              <a:off x="130000" y="665000"/>
              <a:ext cx="140000" cy="140000"/>
            </a:xfrm>
            <a:prstGeom prst="ellipse">
              <a:avLst/>
            </a:prstGeom>
            <a:solidFill>
              <a:srgbClr val="E36C0A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Mitten R"/>
            <p:cNvSpPr/>
            <p:nvPr/>
          </p:nvSpPr>
          <p:spPr>
            <a:xfrm>
              <a:off x="1370000" y="665000"/>
              <a:ext cx="140000" cy="140000"/>
            </a:xfrm>
            <a:prstGeom prst="ellipse">
              <a:avLst/>
            </a:prstGeom>
            <a:solidFill>
              <a:srgbClr val="E36C0A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Bottom"/>
            <p:cNvSpPr/>
            <p:nvPr/>
          </p:nvSpPr>
          <p:spPr>
            <a:xfrm>
              <a:off x="380000" y="1120000"/>
              <a:ext cx="880000" cy="44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Middle"/>
            <p:cNvSpPr/>
            <p:nvPr/>
          </p:nvSpPr>
          <p:spPr>
            <a:xfrm>
              <a:off x="450000" y="690000"/>
              <a:ext cx="74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Head"/>
            <p:cNvSpPr/>
            <p:nvPr/>
          </p:nvSpPr>
          <p:spPr>
            <a:xfrm>
              <a:off x="540000" y="200000"/>
              <a:ext cx="560000" cy="52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CC3E5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Scarf"/>
            <p:cNvSpPr/>
            <p:nvPr/>
          </p:nvSpPr>
          <p:spPr>
            <a:xfrm>
              <a:off x="545000" y="700000"/>
              <a:ext cx="555000" cy="80000"/>
            </a:xfrm>
            <a:prstGeom prst="round2SameRect">
              <a:avLst/>
            </a:prstGeom>
            <a:solidFill>
              <a:srgbClr val="E36C0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Scarf tail"/>
            <p:cNvSpPr/>
            <p:nvPr/>
          </p:nvSpPr>
          <p:spPr>
            <a:xfrm>
              <a:off x="1015000" y="760000"/>
              <a:ext cx="85000" cy="250000"/>
            </a:xfrm>
            <a:prstGeom prst="round2SameRect">
              <a:avLst/>
            </a:prstGeom>
            <a:solidFill>
              <a:srgbClr val="E36C0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Cheek L"/>
            <p:cNvSpPr/>
            <p:nvPr/>
          </p:nvSpPr>
          <p:spPr>
            <a:xfrm>
              <a:off x="610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Cheek R"/>
            <p:cNvSpPr/>
            <p:nvPr/>
          </p:nvSpPr>
          <p:spPr>
            <a:xfrm>
              <a:off x="925000" y="500000"/>
              <a:ext cx="105000" cy="65000"/>
            </a:xfrm>
            <a:prstGeom prst="ellipse">
              <a:avLst/>
            </a:prstGeom>
            <a:solidFill>
              <a:srgbClr val="FFAEC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Eye L"/>
            <p:cNvSpPr/>
            <p:nvPr/>
          </p:nvSpPr>
          <p:spPr>
            <a:xfrm>
              <a:off x="68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Eye R"/>
            <p:cNvSpPr/>
            <p:nvPr/>
          </p:nvSpPr>
          <p:spPr>
            <a:xfrm>
              <a:off x="890000" y="395000"/>
              <a:ext cx="70000" cy="70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Sparkle L"/>
            <p:cNvSpPr/>
            <p:nvPr/>
          </p:nvSpPr>
          <p:spPr>
            <a:xfrm>
              <a:off x="70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Sparkle R"/>
            <p:cNvSpPr/>
            <p:nvPr/>
          </p:nvSpPr>
          <p:spPr>
            <a:xfrm>
              <a:off x="910000" y="410000"/>
              <a:ext cx="24000" cy="24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Nose"/>
            <p:cNvSpPr/>
            <p:nvPr/>
          </p:nvSpPr>
          <p:spPr>
            <a:xfrm>
              <a:off x="780000" y="460000"/>
              <a:ext cx="120000" cy="58000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Smile 0"/>
            <p:cNvSpPr/>
            <p:nvPr/>
          </p:nvSpPr>
          <p:spPr>
            <a:xfrm>
              <a:off x="70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Smile 1"/>
            <p:cNvSpPr/>
            <p:nvPr/>
          </p:nvSpPr>
          <p:spPr>
            <a:xfrm>
              <a:off x="77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Smile 2"/>
            <p:cNvSpPr/>
            <p:nvPr/>
          </p:nvSpPr>
          <p:spPr>
            <a:xfrm>
              <a:off x="855000" y="59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Smile 3"/>
            <p:cNvSpPr/>
            <p:nvPr/>
          </p:nvSpPr>
          <p:spPr>
            <a:xfrm>
              <a:off x="925000" y="565000"/>
              <a:ext cx="38000" cy="38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Hat brim"/>
            <p:cNvSpPr/>
            <p:nvPr/>
          </p:nvSpPr>
          <p:spPr>
            <a:xfrm>
              <a:off x="565000" y="225000"/>
              <a:ext cx="520000" cy="70000"/>
            </a:xfrm>
            <a:prstGeom prst="roundRect">
              <a:avLst/>
            </a:prstGeom>
            <a:solidFill>
              <a:srgbClr val="E36C0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Hat"/>
            <p:cNvSpPr/>
            <p:nvPr/>
          </p:nvSpPr>
          <p:spPr>
            <a:xfrm>
              <a:off x="620000" y="90000"/>
              <a:ext cx="410000" cy="150000"/>
            </a:xfrm>
            <a:prstGeom prst="roundRect">
              <a:avLst/>
            </a:prstGeom>
            <a:solidFill>
              <a:srgbClr val="2EC4B6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Pom"/>
            <p:cNvSpPr/>
            <p:nvPr/>
          </p:nvSpPr>
          <p:spPr>
            <a:xfrm>
              <a:off x="770000" y="10000"/>
              <a:ext cx="115000" cy="1150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BFE3F7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Button 0"/>
            <p:cNvSpPr/>
            <p:nvPr/>
          </p:nvSpPr>
          <p:spPr>
            <a:xfrm>
              <a:off x="790000" y="88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Button 1"/>
            <p:cNvSpPr/>
            <p:nvPr/>
          </p:nvSpPr>
          <p:spPr>
            <a:xfrm>
              <a:off x="790000" y="101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Button 2"/>
            <p:cNvSpPr/>
            <p:nvPr/>
          </p:nvSpPr>
          <p:spPr>
            <a:xfrm>
              <a:off x="790000" y="1140000"/>
              <a:ext cx="62000" cy="620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Name Leo"/>
            <p:cNvSpPr txBox="1"/>
            <p:nvPr/>
          </p:nvSpPr>
          <p:spPr>
            <a:xfrm>
              <a:off x="180000" y="1590000"/>
              <a:ext cx="1300000" cy="235000"/>
            </a:xfrm>
            <a:prstGeom prst="roundRect">
              <a:avLst>
                <a:gd name="adj" fmla="val 32000"/>
              </a:avLst>
            </a:prstGeom>
            <a:solidFill>
              <a:srgbClr val="FFFFFF"/>
            </a:solidFill>
            <a:ln w="19050">
              <a:solidFill>
                <a:srgbClr val="2E75B6"/>
              </a:solidFill>
            </a:ln>
          </p:spPr>
          <p:txBody>
            <a:bodyPr lIns="18000" tIns="18000" rIns="18000" bIns="18000" anchor="ctr">
              <a:noAutofit/>
            </a:bodyPr>
            <a:lstStyle/>
            <a:p>
              <a:pPr algn="ctr"/>
              <a:r>
                <a:rPr lang="en-CA" sz="1600" b="1" dirty="0">
                  <a:solidFill>
                    <a:srgbClr val="1F3864"/>
                  </a:solidFill>
                  <a:latin typeface="Verdana"/>
                </a:rPr>
                <a:t>Leo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nodeType="interactiveSeq">
                <p:stCondLst>
                  <p:cond evt="onClick" delay="0">
                    <p:tgtEl>
                      <p:spTgt spid="1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7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0" restart="whenNotActive" fill="hold" nodeType="interactiveSeq">
                <p:stCondLst>
                  <p:cond evt="onClick" delay="0">
                    <p:tgtEl>
                      <p:spTgt spid="1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1500 -0.9500" pathEditMode="relative" ptsTypes="">
                                      <p:cBhvr>
                                        <p:cTn id="1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-21600000">
                                      <p:cBhvr>
                                        <p:cTn id="15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8" restart="whenNotActive" fill="hold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1500 -0.9500" pathEditMode="relative" ptsTypes="">
                                      <p:cBhvr>
                                        <p:cTn id="2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23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2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6" restart="whenNotActive" fill="hold" nodeType="interactiveSeq">
                <p:stCondLst>
                  <p:cond evt="onClick" delay="0">
                    <p:tgtEl>
                      <p:spTgt spid="2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9500 1.1500" pathEditMode="relative" ptsTypes="">
                                      <p:cBhvr>
                                        <p:cTn id="3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-21600000">
                                      <p:cBhvr>
                                        <p:cTn id="31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3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4" restart="whenNotActive" fill="hold" nodeType="interactiveSeq">
                <p:stCondLst>
                  <p:cond evt="onClick" delay="0">
                    <p:tgtEl>
                      <p:spTgt spid="2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9500 1.1500" pathEditMode="relative" ptsTypes="">
                                      <p:cBhvr>
                                        <p:cTn id="3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39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4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2" restart="whenNotActive" fill="hold" nodeType="interactiveSeq">
                <p:stCondLst>
                  <p:cond evt="onClick" delay="0">
                    <p:tgtEl>
                      <p:spTgt spid="2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2500 -0.1000" pathEditMode="relative" ptsTypes="">
                                      <p:cBhvr>
                                        <p:cTn id="4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-21600000">
                                      <p:cBhvr>
                                        <p:cTn id="47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4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0" restart="whenNotActive" fill="hold" nodeType="interactiveSeq">
                <p:stCondLst>
                  <p:cond evt="onClick" delay="0">
                    <p:tgtEl>
                      <p:spTgt spid="3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-0.1000" pathEditMode="relative" ptsTypes="">
                                      <p:cBhvr>
                                        <p:cTn id="5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55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5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8" restart="whenNotActive" fill="hold" nodeType="interactiveSeq">
                <p:stCondLst>
                  <p:cond evt="onClick" delay="0">
                    <p:tgtEl>
                      <p:spTgt spid="3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6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-21600000">
                                      <p:cBhvr>
                                        <p:cTn id="63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6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6" restart="whenNotActive" fill="hold" nodeType="interactiveSeq">
                <p:stCondLst>
                  <p:cond evt="onClick" delay="0">
                    <p:tgtEl>
                      <p:spTgt spid="3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1500 -0.9500" pathEditMode="relative" ptsTypes="">
                                      <p:cBhvr>
                                        <p:cTn id="7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71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7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74" restart="whenNotActive" fill="hold" nodeType="interactiveSeq">
                <p:stCondLst>
                  <p:cond evt="onClick" delay="0">
                    <p:tgtEl>
                      <p:spTgt spid="3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1500 -0.9500" pathEditMode="relative" ptsTypes="">
                                      <p:cBhvr>
                                        <p:cTn id="7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-21600000">
                                      <p:cBhvr>
                                        <p:cTn id="79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8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82" restart="whenNotActive" fill="hold" nodeType="interactiveSeq">
                <p:stCondLst>
                  <p:cond evt="onClick" delay="0">
                    <p:tgtEl>
                      <p:spTgt spid="4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9500 1.1500" pathEditMode="relative" ptsTypes="">
                                      <p:cBhvr>
                                        <p:cTn id="8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87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8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90" restart="whenNotActive" fill="hold" nodeType="interactiveSeq">
                <p:stCondLst>
                  <p:cond evt="onClick" delay="0">
                    <p:tgtEl>
                      <p:spTgt spid="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9500 1.1500" pathEditMode="relative" ptsTypes="">
                                      <p:cBhvr>
                                        <p:cTn id="9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-21600000">
                                      <p:cBhvr>
                                        <p:cTn id="95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9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98" restart="whenNotActive" fill="hold" nodeType="interactiveSeq">
                <p:stCondLst>
                  <p:cond evt="onClick" delay="0">
                    <p:tgtEl>
                      <p:spTgt spid="4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2500 -0.1000" pathEditMode="relative" ptsTypes="">
                                      <p:cBhvr>
                                        <p:cTn id="10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03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0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06" restart="whenNotActive" fill="hold" nodeType="interactiveSeq">
                <p:stCondLst>
                  <p:cond evt="onClick" delay="0">
                    <p:tgtEl>
                      <p:spTgt spid="5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2500 -0.1000" pathEditMode="relative" ptsTypes="">
                                      <p:cBhvr>
                                        <p:cTn id="11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-21600000">
                                      <p:cBhvr>
                                        <p:cTn id="111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1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14" restart="whenNotActive" fill="hold" nodeType="interactiveSeq">
                <p:stCondLst>
                  <p:cond evt="onClick" delay="0">
                    <p:tgtEl>
                      <p:spTgt spid="5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1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19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2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22" restart="whenNotActive" fill="hold" nodeType="interactiveSeq">
                <p:stCondLst>
                  <p:cond evt="onClick" delay="0">
                    <p:tgtEl>
                      <p:spTgt spid="5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1500 -0.9500" pathEditMode="relative" ptsTypes="">
                                      <p:cBhvr>
                                        <p:cTn id="12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-21600000">
                                      <p:cBhvr>
                                        <p:cTn id="127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2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30" restart="whenNotActive" fill="hold" nodeType="interactiveSeq">
                <p:stCondLst>
                  <p:cond evt="onClick" delay="0">
                    <p:tgtEl>
                      <p:spTgt spid="5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1.1500 -0.9500" pathEditMode="relative" ptsTypes="">
                                      <p:cBhvr>
                                        <p:cTn id="13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35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3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38" restart="whenNotActive" fill="hold" nodeType="interactiveSeq">
                <p:stCondLst>
                  <p:cond evt="onClick" delay="0">
                    <p:tgtEl>
                      <p:spTgt spid="6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9500 1.1500" pathEditMode="relative" ptsTypes="">
                                      <p:cBhvr>
                                        <p:cTn id="14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-21600000">
                                      <p:cBhvr>
                                        <p:cTn id="143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4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46" restart="whenNotActive" fill="hold" nodeType="interactiveSeq">
                <p:stCondLst>
                  <p:cond evt="onClick" delay="0">
                    <p:tgtEl>
                      <p:spTgt spid="6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9500 1.1500" pathEditMode="relative" ptsTypes="">
                                      <p:cBhvr>
                                        <p:cTn id="15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51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5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54" restart="whenNotActive" fill="hold" nodeType="interactiveSeq">
                <p:stCondLst>
                  <p:cond evt="onClick" delay="0">
                    <p:tgtEl>
                      <p:spTgt spid="6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5" fill="hold">
                      <p:stCondLst>
                        <p:cond delay="0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1.2500 -0.1000" pathEditMode="relative" ptsTypes="">
                                      <p:cBhvr>
                                        <p:cTn id="15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-21600000">
                                      <p:cBhvr>
                                        <p:cTn id="159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6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1035"/>
            </a:gs>
            <a:gs pos="55000">
              <a:srgbClr val="6B2E8F"/>
            </a:gs>
            <a:gs pos="100000">
              <a:srgbClr val="FF9A3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96000" y="180000"/>
            <a:ext cx="11000000" cy="10000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CA" sz="3200" b="1">
                <a:solidFill>
                  <a:srgbClr val="FFFFFF"/>
                </a:solidFill>
                <a:latin typeface="Verdana"/>
              </a:rPr>
              <a:t>Happy Halloween! Tap your pumpkin.</a:t>
            </a:r>
          </a:p>
          <a:p>
            <a:pPr algn="ctr"/>
            <a:r>
              <a:rPr lang="en-CA" sz="1400">
                <a:solidFill>
                  <a:srgbClr val="FFD9A8"/>
                </a:solidFill>
                <a:latin typeface="Verdana"/>
              </a:rPr>
              <a:t>Pumpkins still on the board are the friends we miss today.</a:t>
            </a:r>
          </a:p>
        </p:txBody>
      </p:sp>
      <p:grpSp>
        <p:nvGrpSpPr>
          <p:cNvPr id="101" name="Tap Ava"/>
          <p:cNvGrpSpPr/>
          <p:nvPr/>
        </p:nvGrpSpPr>
        <p:grpSpPr>
          <a:xfrm>
            <a:off x="469199" y="1293500"/>
            <a:ext cx="1500000" cy="1250000"/>
            <a:chOff x="0" y="0"/>
            <a:chExt cx="1500000" cy="1250000"/>
          </a:xfrm>
        </p:grpSpPr>
        <p:sp>
          <p:nvSpPr>
            <p:cNvPr id="102" name="Card Ava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F8C1A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03" name="Art Ava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5333" y="40000"/>
              <a:ext cx="769335" cy="780000"/>
            </a:xfrm>
            <a:prstGeom prst="rect">
              <a:avLst/>
            </a:prstGeom>
          </p:spPr>
        </p:pic>
        <p:sp>
          <p:nvSpPr>
            <p:cNvPr id="104" name="Name Ava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4A1E5C"/>
                  </a:solidFill>
                  <a:latin typeface="Verdana"/>
                </a:rPr>
                <a:t>Ava</a:t>
              </a:r>
            </a:p>
          </p:txBody>
        </p:sp>
      </p:grpSp>
      <p:grpSp>
        <p:nvGrpSpPr>
          <p:cNvPr id="105" name="Tap Liam"/>
          <p:cNvGrpSpPr/>
          <p:nvPr/>
        </p:nvGrpSpPr>
        <p:grpSpPr>
          <a:xfrm>
            <a:off x="2907599" y="1293500"/>
            <a:ext cx="1500000" cy="1250000"/>
            <a:chOff x="0" y="0"/>
            <a:chExt cx="1500000" cy="1250000"/>
          </a:xfrm>
        </p:grpSpPr>
        <p:sp>
          <p:nvSpPr>
            <p:cNvPr id="106" name="Card Liam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F8C1A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07" name="Art Liam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5333" y="40000"/>
              <a:ext cx="769335" cy="780000"/>
            </a:xfrm>
            <a:prstGeom prst="rect">
              <a:avLst/>
            </a:prstGeom>
          </p:spPr>
        </p:pic>
        <p:sp>
          <p:nvSpPr>
            <p:cNvPr id="108" name="Name Liam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4A1E5C"/>
                  </a:solidFill>
                  <a:latin typeface="Verdana"/>
                </a:rPr>
                <a:t>Liam</a:t>
              </a:r>
            </a:p>
          </p:txBody>
        </p:sp>
      </p:grpSp>
      <p:grpSp>
        <p:nvGrpSpPr>
          <p:cNvPr id="109" name="Tap Mia"/>
          <p:cNvGrpSpPr/>
          <p:nvPr/>
        </p:nvGrpSpPr>
        <p:grpSpPr>
          <a:xfrm>
            <a:off x="5345999" y="1293500"/>
            <a:ext cx="1500000" cy="1250000"/>
            <a:chOff x="0" y="0"/>
            <a:chExt cx="1500000" cy="1250000"/>
          </a:xfrm>
        </p:grpSpPr>
        <p:sp>
          <p:nvSpPr>
            <p:cNvPr id="110" name="Card Mia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F8C1A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11" name="Art Mia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5333" y="40000"/>
              <a:ext cx="769335" cy="780000"/>
            </a:xfrm>
            <a:prstGeom prst="rect">
              <a:avLst/>
            </a:prstGeom>
          </p:spPr>
        </p:pic>
        <p:sp>
          <p:nvSpPr>
            <p:cNvPr id="112" name="Name Mia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4A1E5C"/>
                  </a:solidFill>
                  <a:latin typeface="Verdana"/>
                </a:rPr>
                <a:t>Mia</a:t>
              </a:r>
            </a:p>
          </p:txBody>
        </p:sp>
      </p:grpSp>
      <p:grpSp>
        <p:nvGrpSpPr>
          <p:cNvPr id="113" name="Tap Noah"/>
          <p:cNvGrpSpPr/>
          <p:nvPr/>
        </p:nvGrpSpPr>
        <p:grpSpPr>
          <a:xfrm>
            <a:off x="7784399" y="1293500"/>
            <a:ext cx="1500000" cy="1250000"/>
            <a:chOff x="0" y="0"/>
            <a:chExt cx="1500000" cy="1250000"/>
          </a:xfrm>
        </p:grpSpPr>
        <p:sp>
          <p:nvSpPr>
            <p:cNvPr id="114" name="Card Noah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F8C1A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15" name="Art Noah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5333" y="40000"/>
              <a:ext cx="769335" cy="780000"/>
            </a:xfrm>
            <a:prstGeom prst="rect">
              <a:avLst/>
            </a:prstGeom>
          </p:spPr>
        </p:pic>
        <p:sp>
          <p:nvSpPr>
            <p:cNvPr id="116" name="Name Noah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4A1E5C"/>
                  </a:solidFill>
                  <a:latin typeface="Verdana"/>
                </a:rPr>
                <a:t>Noah</a:t>
              </a:r>
            </a:p>
          </p:txBody>
        </p:sp>
      </p:grpSp>
      <p:grpSp>
        <p:nvGrpSpPr>
          <p:cNvPr id="117" name="Tap Zoe"/>
          <p:cNvGrpSpPr/>
          <p:nvPr/>
        </p:nvGrpSpPr>
        <p:grpSpPr>
          <a:xfrm>
            <a:off x="10222799" y="1293500"/>
            <a:ext cx="1500000" cy="1250000"/>
            <a:chOff x="0" y="0"/>
            <a:chExt cx="1500000" cy="1250000"/>
          </a:xfrm>
        </p:grpSpPr>
        <p:sp>
          <p:nvSpPr>
            <p:cNvPr id="118" name="Card Zoe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F8C1A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19" name="Art Zoe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5333" y="40000"/>
              <a:ext cx="769335" cy="780000"/>
            </a:xfrm>
            <a:prstGeom prst="rect">
              <a:avLst/>
            </a:prstGeom>
          </p:spPr>
        </p:pic>
        <p:sp>
          <p:nvSpPr>
            <p:cNvPr id="120" name="Name Zoe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4A1E5C"/>
                  </a:solidFill>
                  <a:latin typeface="Verdana"/>
                </a:rPr>
                <a:t>Zoe</a:t>
              </a:r>
            </a:p>
          </p:txBody>
        </p:sp>
      </p:grpSp>
      <p:grpSp>
        <p:nvGrpSpPr>
          <p:cNvPr id="121" name="Tap Ethan"/>
          <p:cNvGrpSpPr/>
          <p:nvPr/>
        </p:nvGrpSpPr>
        <p:grpSpPr>
          <a:xfrm>
            <a:off x="469199" y="2640500"/>
            <a:ext cx="1500000" cy="1250000"/>
            <a:chOff x="0" y="0"/>
            <a:chExt cx="1500000" cy="1250000"/>
          </a:xfrm>
        </p:grpSpPr>
        <p:sp>
          <p:nvSpPr>
            <p:cNvPr id="122" name="Card Ethan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F8C1A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23" name="Art Ethan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5333" y="40000"/>
              <a:ext cx="769335" cy="780000"/>
            </a:xfrm>
            <a:prstGeom prst="rect">
              <a:avLst/>
            </a:prstGeom>
          </p:spPr>
        </p:pic>
        <p:sp>
          <p:nvSpPr>
            <p:cNvPr id="124" name="Name Ethan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4A1E5C"/>
                  </a:solidFill>
                  <a:latin typeface="Verdana"/>
                </a:rPr>
                <a:t>Ethan</a:t>
              </a:r>
            </a:p>
          </p:txBody>
        </p:sp>
      </p:grpSp>
      <p:grpSp>
        <p:nvGrpSpPr>
          <p:cNvPr id="125" name="Tap Lily"/>
          <p:cNvGrpSpPr/>
          <p:nvPr/>
        </p:nvGrpSpPr>
        <p:grpSpPr>
          <a:xfrm>
            <a:off x="2907599" y="2640500"/>
            <a:ext cx="1500000" cy="1250000"/>
            <a:chOff x="0" y="0"/>
            <a:chExt cx="1500000" cy="1250000"/>
          </a:xfrm>
        </p:grpSpPr>
        <p:sp>
          <p:nvSpPr>
            <p:cNvPr id="126" name="Card Lily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F8C1A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27" name="Art Lily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5333" y="40000"/>
              <a:ext cx="769335" cy="780000"/>
            </a:xfrm>
            <a:prstGeom prst="rect">
              <a:avLst/>
            </a:prstGeom>
          </p:spPr>
        </p:pic>
        <p:sp>
          <p:nvSpPr>
            <p:cNvPr id="128" name="Name Lily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4A1E5C"/>
                  </a:solidFill>
                  <a:latin typeface="Verdana"/>
                </a:rPr>
                <a:t>Lily</a:t>
              </a:r>
            </a:p>
          </p:txBody>
        </p:sp>
      </p:grpSp>
      <p:grpSp>
        <p:nvGrpSpPr>
          <p:cNvPr id="129" name="Tap Owen"/>
          <p:cNvGrpSpPr/>
          <p:nvPr/>
        </p:nvGrpSpPr>
        <p:grpSpPr>
          <a:xfrm>
            <a:off x="5345999" y="2640500"/>
            <a:ext cx="1500000" cy="1250000"/>
            <a:chOff x="0" y="0"/>
            <a:chExt cx="1500000" cy="1250000"/>
          </a:xfrm>
        </p:grpSpPr>
        <p:sp>
          <p:nvSpPr>
            <p:cNvPr id="130" name="Card Owen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F8C1A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31" name="Art Owen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5333" y="40000"/>
              <a:ext cx="769335" cy="780000"/>
            </a:xfrm>
            <a:prstGeom prst="rect">
              <a:avLst/>
            </a:prstGeom>
          </p:spPr>
        </p:pic>
        <p:sp>
          <p:nvSpPr>
            <p:cNvPr id="132" name="Name Owen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4A1E5C"/>
                  </a:solidFill>
                  <a:latin typeface="Verdana"/>
                </a:rPr>
                <a:t>Owen</a:t>
              </a:r>
            </a:p>
          </p:txBody>
        </p:sp>
      </p:grpSp>
      <p:grpSp>
        <p:nvGrpSpPr>
          <p:cNvPr id="133" name="Tap Ruby"/>
          <p:cNvGrpSpPr/>
          <p:nvPr/>
        </p:nvGrpSpPr>
        <p:grpSpPr>
          <a:xfrm>
            <a:off x="7784399" y="2640500"/>
            <a:ext cx="1500000" cy="1250000"/>
            <a:chOff x="0" y="0"/>
            <a:chExt cx="1500000" cy="1250000"/>
          </a:xfrm>
        </p:grpSpPr>
        <p:sp>
          <p:nvSpPr>
            <p:cNvPr id="134" name="Card Ruby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F8C1A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35" name="Art Ruby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5333" y="40000"/>
              <a:ext cx="769335" cy="780000"/>
            </a:xfrm>
            <a:prstGeom prst="rect">
              <a:avLst/>
            </a:prstGeom>
          </p:spPr>
        </p:pic>
        <p:sp>
          <p:nvSpPr>
            <p:cNvPr id="136" name="Name Ruby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4A1E5C"/>
                  </a:solidFill>
                  <a:latin typeface="Verdana"/>
                </a:rPr>
                <a:t>Ruby</a:t>
              </a:r>
            </a:p>
          </p:txBody>
        </p:sp>
      </p:grpSp>
      <p:grpSp>
        <p:nvGrpSpPr>
          <p:cNvPr id="137" name="Tap Jack"/>
          <p:cNvGrpSpPr/>
          <p:nvPr/>
        </p:nvGrpSpPr>
        <p:grpSpPr>
          <a:xfrm>
            <a:off x="10222799" y="2640500"/>
            <a:ext cx="1500000" cy="1250000"/>
            <a:chOff x="0" y="0"/>
            <a:chExt cx="1500000" cy="1250000"/>
          </a:xfrm>
        </p:grpSpPr>
        <p:sp>
          <p:nvSpPr>
            <p:cNvPr id="138" name="Card Jack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F8C1A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39" name="Art Jack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5333" y="40000"/>
              <a:ext cx="769335" cy="780000"/>
            </a:xfrm>
            <a:prstGeom prst="rect">
              <a:avLst/>
            </a:prstGeom>
          </p:spPr>
        </p:pic>
        <p:sp>
          <p:nvSpPr>
            <p:cNvPr id="140" name="Name Jack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4A1E5C"/>
                  </a:solidFill>
                  <a:latin typeface="Verdana"/>
                </a:rPr>
                <a:t>Jack</a:t>
              </a:r>
            </a:p>
          </p:txBody>
        </p:sp>
      </p:grpSp>
      <p:grpSp>
        <p:nvGrpSpPr>
          <p:cNvPr id="141" name="Tap Ella"/>
          <p:cNvGrpSpPr/>
          <p:nvPr/>
        </p:nvGrpSpPr>
        <p:grpSpPr>
          <a:xfrm>
            <a:off x="469199" y="3987500"/>
            <a:ext cx="1500000" cy="1250000"/>
            <a:chOff x="0" y="0"/>
            <a:chExt cx="1500000" cy="1250000"/>
          </a:xfrm>
        </p:grpSpPr>
        <p:sp>
          <p:nvSpPr>
            <p:cNvPr id="142" name="Card Ella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F8C1A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43" name="Art Ella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5333" y="40000"/>
              <a:ext cx="769335" cy="780000"/>
            </a:xfrm>
            <a:prstGeom prst="rect">
              <a:avLst/>
            </a:prstGeom>
          </p:spPr>
        </p:pic>
        <p:sp>
          <p:nvSpPr>
            <p:cNvPr id="144" name="Name Ella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4A1E5C"/>
                  </a:solidFill>
                  <a:latin typeface="Verdana"/>
                </a:rPr>
                <a:t>Ella</a:t>
              </a:r>
            </a:p>
          </p:txBody>
        </p:sp>
      </p:grpSp>
      <p:grpSp>
        <p:nvGrpSpPr>
          <p:cNvPr id="145" name="Tap Caleb"/>
          <p:cNvGrpSpPr/>
          <p:nvPr/>
        </p:nvGrpSpPr>
        <p:grpSpPr>
          <a:xfrm>
            <a:off x="2907599" y="3987500"/>
            <a:ext cx="1500000" cy="1250000"/>
            <a:chOff x="0" y="0"/>
            <a:chExt cx="1500000" cy="1250000"/>
          </a:xfrm>
        </p:grpSpPr>
        <p:sp>
          <p:nvSpPr>
            <p:cNvPr id="146" name="Card Caleb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F8C1A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47" name="Art Caleb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5333" y="40000"/>
              <a:ext cx="769335" cy="780000"/>
            </a:xfrm>
            <a:prstGeom prst="rect">
              <a:avLst/>
            </a:prstGeom>
          </p:spPr>
        </p:pic>
        <p:sp>
          <p:nvSpPr>
            <p:cNvPr id="148" name="Name Caleb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4A1E5C"/>
                  </a:solidFill>
                  <a:latin typeface="Verdana"/>
                </a:rPr>
                <a:t>Caleb</a:t>
              </a:r>
            </a:p>
          </p:txBody>
        </p:sp>
      </p:grpSp>
      <p:grpSp>
        <p:nvGrpSpPr>
          <p:cNvPr id="149" name="Tap Nora"/>
          <p:cNvGrpSpPr/>
          <p:nvPr/>
        </p:nvGrpSpPr>
        <p:grpSpPr>
          <a:xfrm>
            <a:off x="5345999" y="3987500"/>
            <a:ext cx="1500000" cy="1250000"/>
            <a:chOff x="0" y="0"/>
            <a:chExt cx="1500000" cy="1250000"/>
          </a:xfrm>
        </p:grpSpPr>
        <p:sp>
          <p:nvSpPr>
            <p:cNvPr id="150" name="Card Nora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F8C1A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51" name="Art Nora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5333" y="40000"/>
              <a:ext cx="769335" cy="780000"/>
            </a:xfrm>
            <a:prstGeom prst="rect">
              <a:avLst/>
            </a:prstGeom>
          </p:spPr>
        </p:pic>
        <p:sp>
          <p:nvSpPr>
            <p:cNvPr id="152" name="Name Nora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4A1E5C"/>
                  </a:solidFill>
                  <a:latin typeface="Verdana"/>
                </a:rPr>
                <a:t>Nora</a:t>
              </a:r>
            </a:p>
          </p:txBody>
        </p:sp>
      </p:grpSp>
      <p:grpSp>
        <p:nvGrpSpPr>
          <p:cNvPr id="153" name="Tap Milo"/>
          <p:cNvGrpSpPr/>
          <p:nvPr/>
        </p:nvGrpSpPr>
        <p:grpSpPr>
          <a:xfrm>
            <a:off x="7784399" y="3987500"/>
            <a:ext cx="1500000" cy="1250000"/>
            <a:chOff x="0" y="0"/>
            <a:chExt cx="1500000" cy="1250000"/>
          </a:xfrm>
        </p:grpSpPr>
        <p:sp>
          <p:nvSpPr>
            <p:cNvPr id="154" name="Card Milo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F8C1A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55" name="Art Milo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5333" y="40000"/>
              <a:ext cx="769335" cy="780000"/>
            </a:xfrm>
            <a:prstGeom prst="rect">
              <a:avLst/>
            </a:prstGeom>
          </p:spPr>
        </p:pic>
        <p:sp>
          <p:nvSpPr>
            <p:cNvPr id="156" name="Name Milo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4A1E5C"/>
                  </a:solidFill>
                  <a:latin typeface="Verdana"/>
                </a:rPr>
                <a:t>Milo</a:t>
              </a:r>
            </a:p>
          </p:txBody>
        </p:sp>
      </p:grpSp>
      <p:grpSp>
        <p:nvGrpSpPr>
          <p:cNvPr id="157" name="Tap Sadie"/>
          <p:cNvGrpSpPr/>
          <p:nvPr/>
        </p:nvGrpSpPr>
        <p:grpSpPr>
          <a:xfrm>
            <a:off x="10222799" y="3987500"/>
            <a:ext cx="1500000" cy="1250000"/>
            <a:chOff x="0" y="0"/>
            <a:chExt cx="1500000" cy="1250000"/>
          </a:xfrm>
        </p:grpSpPr>
        <p:sp>
          <p:nvSpPr>
            <p:cNvPr id="158" name="Card Sadie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F8C1A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59" name="Art Sadie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5333" y="40000"/>
              <a:ext cx="769335" cy="780000"/>
            </a:xfrm>
            <a:prstGeom prst="rect">
              <a:avLst/>
            </a:prstGeom>
          </p:spPr>
        </p:pic>
        <p:sp>
          <p:nvSpPr>
            <p:cNvPr id="160" name="Name Sadie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4A1E5C"/>
                  </a:solidFill>
                  <a:latin typeface="Verdana"/>
                </a:rPr>
                <a:t>Sadie</a:t>
              </a:r>
            </a:p>
          </p:txBody>
        </p:sp>
      </p:grpSp>
      <p:grpSp>
        <p:nvGrpSpPr>
          <p:cNvPr id="161" name="Tap Theo"/>
          <p:cNvGrpSpPr/>
          <p:nvPr/>
        </p:nvGrpSpPr>
        <p:grpSpPr>
          <a:xfrm>
            <a:off x="469199" y="5334500"/>
            <a:ext cx="1500000" cy="1250000"/>
            <a:chOff x="0" y="0"/>
            <a:chExt cx="1500000" cy="1250000"/>
          </a:xfrm>
        </p:grpSpPr>
        <p:sp>
          <p:nvSpPr>
            <p:cNvPr id="162" name="Card Theo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F8C1A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63" name="Art Theo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5333" y="40000"/>
              <a:ext cx="769335" cy="780000"/>
            </a:xfrm>
            <a:prstGeom prst="rect">
              <a:avLst/>
            </a:prstGeom>
          </p:spPr>
        </p:pic>
        <p:sp>
          <p:nvSpPr>
            <p:cNvPr id="164" name="Name Theo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4A1E5C"/>
                  </a:solidFill>
                  <a:latin typeface="Verdana"/>
                </a:rPr>
                <a:t>Theo</a:t>
              </a:r>
            </a:p>
          </p:txBody>
        </p:sp>
      </p:grpSp>
      <p:grpSp>
        <p:nvGrpSpPr>
          <p:cNvPr id="165" name="Tap Ivy"/>
          <p:cNvGrpSpPr/>
          <p:nvPr/>
        </p:nvGrpSpPr>
        <p:grpSpPr>
          <a:xfrm>
            <a:off x="2907599" y="5334500"/>
            <a:ext cx="1500000" cy="1250000"/>
            <a:chOff x="0" y="0"/>
            <a:chExt cx="1500000" cy="1250000"/>
          </a:xfrm>
        </p:grpSpPr>
        <p:sp>
          <p:nvSpPr>
            <p:cNvPr id="166" name="Card Ivy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F8C1A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67" name="Art Ivy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5333" y="40000"/>
              <a:ext cx="769335" cy="780000"/>
            </a:xfrm>
            <a:prstGeom prst="rect">
              <a:avLst/>
            </a:prstGeom>
          </p:spPr>
        </p:pic>
        <p:sp>
          <p:nvSpPr>
            <p:cNvPr id="168" name="Name Ivy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4A1E5C"/>
                  </a:solidFill>
                  <a:latin typeface="Verdana"/>
                </a:rPr>
                <a:t>Ivy</a:t>
              </a:r>
            </a:p>
          </p:txBody>
        </p:sp>
      </p:grpSp>
      <p:grpSp>
        <p:nvGrpSpPr>
          <p:cNvPr id="169" name="Tap Finn"/>
          <p:cNvGrpSpPr/>
          <p:nvPr/>
        </p:nvGrpSpPr>
        <p:grpSpPr>
          <a:xfrm>
            <a:off x="5345999" y="5334500"/>
            <a:ext cx="1500000" cy="1250000"/>
            <a:chOff x="0" y="0"/>
            <a:chExt cx="1500000" cy="1250000"/>
          </a:xfrm>
        </p:grpSpPr>
        <p:sp>
          <p:nvSpPr>
            <p:cNvPr id="170" name="Card Finn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F8C1A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71" name="Art Finn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5333" y="40000"/>
              <a:ext cx="769335" cy="780000"/>
            </a:xfrm>
            <a:prstGeom prst="rect">
              <a:avLst/>
            </a:prstGeom>
          </p:spPr>
        </p:pic>
        <p:sp>
          <p:nvSpPr>
            <p:cNvPr id="172" name="Name Finn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4A1E5C"/>
                  </a:solidFill>
                  <a:latin typeface="Verdana"/>
                </a:rPr>
                <a:t>Finn</a:t>
              </a:r>
            </a:p>
          </p:txBody>
        </p:sp>
      </p:grpSp>
      <p:grpSp>
        <p:nvGrpSpPr>
          <p:cNvPr id="173" name="Tap Hazel"/>
          <p:cNvGrpSpPr/>
          <p:nvPr/>
        </p:nvGrpSpPr>
        <p:grpSpPr>
          <a:xfrm>
            <a:off x="7784399" y="5334500"/>
            <a:ext cx="1500000" cy="1250000"/>
            <a:chOff x="0" y="0"/>
            <a:chExt cx="1500000" cy="1250000"/>
          </a:xfrm>
        </p:grpSpPr>
        <p:sp>
          <p:nvSpPr>
            <p:cNvPr id="174" name="Card Hazel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F8C1A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75" name="Art Hazel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5333" y="40000"/>
              <a:ext cx="769335" cy="780000"/>
            </a:xfrm>
            <a:prstGeom prst="rect">
              <a:avLst/>
            </a:prstGeom>
          </p:spPr>
        </p:pic>
        <p:sp>
          <p:nvSpPr>
            <p:cNvPr id="176" name="Name Hazel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4A1E5C"/>
                  </a:solidFill>
                  <a:latin typeface="Verdana"/>
                </a:rPr>
                <a:t>Hazel</a:t>
              </a:r>
            </a:p>
          </p:txBody>
        </p:sp>
      </p:grpSp>
      <p:grpSp>
        <p:nvGrpSpPr>
          <p:cNvPr id="177" name="Tap Leo"/>
          <p:cNvGrpSpPr/>
          <p:nvPr/>
        </p:nvGrpSpPr>
        <p:grpSpPr>
          <a:xfrm>
            <a:off x="10222799" y="5334500"/>
            <a:ext cx="1500000" cy="1250000"/>
            <a:chOff x="0" y="0"/>
            <a:chExt cx="1500000" cy="1250000"/>
          </a:xfrm>
        </p:grpSpPr>
        <p:sp>
          <p:nvSpPr>
            <p:cNvPr id="178" name="Card Leo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F8C1A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79" name="Art Leo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5333" y="40000"/>
              <a:ext cx="769335" cy="780000"/>
            </a:xfrm>
            <a:prstGeom prst="rect">
              <a:avLst/>
            </a:prstGeom>
          </p:spPr>
        </p:pic>
        <p:sp>
          <p:nvSpPr>
            <p:cNvPr id="180" name="Name Leo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4A1E5C"/>
                  </a:solidFill>
                  <a:latin typeface="Verdana"/>
                </a:rPr>
                <a:t>Leo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nodeType="interactiveSeq">
                <p:stCondLst>
                  <p:cond evt="onClick" delay="0">
                    <p:tgtEl>
                      <p:spTgt spid="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7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0" restart="whenNotActive" fill="hold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5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8" restart="whenNotActive" fill="hold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2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23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2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6" restart="whenNotActive" fill="hold" nodeType="interactiveSeq">
                <p:stCondLst>
                  <p:cond evt="onClick" delay="0">
                    <p:tgtEl>
                      <p:spTgt spid="1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3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31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3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4" restart="whenNotActive" fill="hold" nodeType="interactiveSeq">
                <p:stCondLst>
                  <p:cond evt="onClick" delay="0">
                    <p:tgtEl>
                      <p:spTgt spid="1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3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39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4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2" restart="whenNotActive" fill="hold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4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47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4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0" restart="whenNotActive" fill="hold" nodeType="interactiveSeq">
                <p:stCondLst>
                  <p:cond evt="onClick" delay="0">
                    <p:tgtEl>
                      <p:spTgt spid="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5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55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5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8" restart="whenNotActive" fill="hold" nodeType="interactiveSeq">
                <p:stCondLst>
                  <p:cond evt="onClick" delay="0">
                    <p:tgtEl>
                      <p:spTgt spid="1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6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63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6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6" restart="whenNotActive" fill="hold" nodeType="interactiveSeq">
                <p:stCondLst>
                  <p:cond evt="onClick" delay="0">
                    <p:tgtEl>
                      <p:spTgt spid="1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7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71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7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74" restart="whenNotActive" fill="hold" nodeType="interactiveSeq">
                <p:stCondLst>
                  <p:cond evt="onClick" delay="0">
                    <p:tgtEl>
                      <p:spTgt spid="1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7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79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8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82" restart="whenNotActive" fill="hold" nodeType="interactiveSeq">
                <p:stCondLst>
                  <p:cond evt="onClick" delay="0">
                    <p:tgtEl>
                      <p:spTgt spid="1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8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87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8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90" restart="whenNotActive" fill="hold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9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95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9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98" restart="whenNotActive" fill="hold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0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03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0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06" restart="whenNotActive" fill="hold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1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11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1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14" restart="whenNotActive" fill="hold" nodeType="interactiveSeq">
                <p:stCondLst>
                  <p:cond evt="onClick" delay="0">
                    <p:tgtEl>
                      <p:spTgt spid="1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1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19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2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22" restart="whenNotActive" fill="hold" nodeType="interactiveSeq">
                <p:stCondLst>
                  <p:cond evt="onClick" delay="0">
                    <p:tgtEl>
                      <p:spTgt spid="1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2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27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2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30" restart="whenNotActive" fill="hold" nodeType="interactiveSeq">
                <p:stCondLst>
                  <p:cond evt="onClick" delay="0">
                    <p:tgtEl>
                      <p:spTgt spid="1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3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35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3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38" restart="whenNotActive" fill="hold" nodeType="interactiveSeq">
                <p:stCondLst>
                  <p:cond evt="onClick" delay="0">
                    <p:tgtEl>
                      <p:spTgt spid="1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4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43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4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46" restart="whenNotActive" fill="hold" nodeType="interactiveSeq">
                <p:stCondLst>
                  <p:cond evt="onClick" delay="0">
                    <p:tgtEl>
                      <p:spTgt spid="1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5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51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5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54" restart="whenNotActive" fill="hold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5" fill="hold">
                      <p:stCondLst>
                        <p:cond delay="0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5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59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6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F7FB5"/>
            </a:gs>
            <a:gs pos="55000">
              <a:srgbClr val="8FD3E8"/>
            </a:gs>
            <a:gs pos="100000">
              <a:srgbClr val="FFF0C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96000" y="180000"/>
            <a:ext cx="11000000" cy="10000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CA" sz="3200" b="1">
                <a:solidFill>
                  <a:srgbClr val="FFFFFF"/>
                </a:solidFill>
                <a:latin typeface="Verdana"/>
              </a:rPr>
              <a:t>Happy Easter! Tap your egg.</a:t>
            </a:r>
          </a:p>
          <a:p>
            <a:pPr algn="ctr"/>
            <a:r>
              <a:rPr lang="en-CA" sz="1400">
                <a:solidFill>
                  <a:srgbClr val="EAF8FF"/>
                </a:solidFill>
                <a:latin typeface="Verdana"/>
              </a:rPr>
              <a:t>Eggs still on the board are the friends we miss today.</a:t>
            </a:r>
          </a:p>
        </p:txBody>
      </p:sp>
      <p:grpSp>
        <p:nvGrpSpPr>
          <p:cNvPr id="101" name="Tap Ava"/>
          <p:cNvGrpSpPr/>
          <p:nvPr/>
        </p:nvGrpSpPr>
        <p:grpSpPr>
          <a:xfrm>
            <a:off x="469199" y="1293500"/>
            <a:ext cx="1500000" cy="1250000"/>
            <a:chOff x="0" y="0"/>
            <a:chExt cx="1500000" cy="1250000"/>
          </a:xfrm>
        </p:grpSpPr>
        <p:sp>
          <p:nvSpPr>
            <p:cNvPr id="102" name="Card Ava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E87FA8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03" name="Art Ava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0450" y="40000"/>
              <a:ext cx="559101" cy="780000"/>
            </a:xfrm>
            <a:prstGeom prst="rect">
              <a:avLst/>
            </a:prstGeom>
          </p:spPr>
        </p:pic>
        <p:sp>
          <p:nvSpPr>
            <p:cNvPr id="104" name="Name Ava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F3864"/>
                  </a:solidFill>
                  <a:latin typeface="Verdana"/>
                </a:rPr>
                <a:t>Ava</a:t>
              </a:r>
            </a:p>
          </p:txBody>
        </p:sp>
      </p:grpSp>
      <p:grpSp>
        <p:nvGrpSpPr>
          <p:cNvPr id="105" name="Tap Liam"/>
          <p:cNvGrpSpPr/>
          <p:nvPr/>
        </p:nvGrpSpPr>
        <p:grpSpPr>
          <a:xfrm>
            <a:off x="2907599" y="1293500"/>
            <a:ext cx="1500000" cy="1250000"/>
            <a:chOff x="0" y="0"/>
            <a:chExt cx="1500000" cy="1250000"/>
          </a:xfrm>
        </p:grpSpPr>
        <p:sp>
          <p:nvSpPr>
            <p:cNvPr id="106" name="Card Liam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E87FA8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07" name="Art Liam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0450" y="40000"/>
              <a:ext cx="559101" cy="780000"/>
            </a:xfrm>
            <a:prstGeom prst="rect">
              <a:avLst/>
            </a:prstGeom>
          </p:spPr>
        </p:pic>
        <p:sp>
          <p:nvSpPr>
            <p:cNvPr id="108" name="Name Liam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F3864"/>
                  </a:solidFill>
                  <a:latin typeface="Verdana"/>
                </a:rPr>
                <a:t>Liam</a:t>
              </a:r>
            </a:p>
          </p:txBody>
        </p:sp>
      </p:grpSp>
      <p:grpSp>
        <p:nvGrpSpPr>
          <p:cNvPr id="109" name="Tap Mia"/>
          <p:cNvGrpSpPr/>
          <p:nvPr/>
        </p:nvGrpSpPr>
        <p:grpSpPr>
          <a:xfrm>
            <a:off x="5345999" y="1293500"/>
            <a:ext cx="1500000" cy="1250000"/>
            <a:chOff x="0" y="0"/>
            <a:chExt cx="1500000" cy="1250000"/>
          </a:xfrm>
        </p:grpSpPr>
        <p:sp>
          <p:nvSpPr>
            <p:cNvPr id="110" name="Card Mia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E87FA8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11" name="Art Mia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0450" y="40000"/>
              <a:ext cx="559101" cy="780000"/>
            </a:xfrm>
            <a:prstGeom prst="rect">
              <a:avLst/>
            </a:prstGeom>
          </p:spPr>
        </p:pic>
        <p:sp>
          <p:nvSpPr>
            <p:cNvPr id="112" name="Name Mia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F3864"/>
                  </a:solidFill>
                  <a:latin typeface="Verdana"/>
                </a:rPr>
                <a:t>Mia</a:t>
              </a:r>
            </a:p>
          </p:txBody>
        </p:sp>
      </p:grpSp>
      <p:grpSp>
        <p:nvGrpSpPr>
          <p:cNvPr id="113" name="Tap Noah"/>
          <p:cNvGrpSpPr/>
          <p:nvPr/>
        </p:nvGrpSpPr>
        <p:grpSpPr>
          <a:xfrm>
            <a:off x="7784399" y="1293500"/>
            <a:ext cx="1500000" cy="1250000"/>
            <a:chOff x="0" y="0"/>
            <a:chExt cx="1500000" cy="1250000"/>
          </a:xfrm>
        </p:grpSpPr>
        <p:sp>
          <p:nvSpPr>
            <p:cNvPr id="114" name="Card Noah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E87FA8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15" name="Art Noah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0450" y="40000"/>
              <a:ext cx="559101" cy="780000"/>
            </a:xfrm>
            <a:prstGeom prst="rect">
              <a:avLst/>
            </a:prstGeom>
          </p:spPr>
        </p:pic>
        <p:sp>
          <p:nvSpPr>
            <p:cNvPr id="116" name="Name Noah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F3864"/>
                  </a:solidFill>
                  <a:latin typeface="Verdana"/>
                </a:rPr>
                <a:t>Noah</a:t>
              </a:r>
            </a:p>
          </p:txBody>
        </p:sp>
      </p:grpSp>
      <p:grpSp>
        <p:nvGrpSpPr>
          <p:cNvPr id="117" name="Tap Zoe"/>
          <p:cNvGrpSpPr/>
          <p:nvPr/>
        </p:nvGrpSpPr>
        <p:grpSpPr>
          <a:xfrm>
            <a:off x="10222799" y="1293500"/>
            <a:ext cx="1500000" cy="1250000"/>
            <a:chOff x="0" y="0"/>
            <a:chExt cx="1500000" cy="1250000"/>
          </a:xfrm>
        </p:grpSpPr>
        <p:sp>
          <p:nvSpPr>
            <p:cNvPr id="118" name="Card Zoe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E87FA8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19" name="Art Zoe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0450" y="40000"/>
              <a:ext cx="559101" cy="780000"/>
            </a:xfrm>
            <a:prstGeom prst="rect">
              <a:avLst/>
            </a:prstGeom>
          </p:spPr>
        </p:pic>
        <p:sp>
          <p:nvSpPr>
            <p:cNvPr id="120" name="Name Zoe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F3864"/>
                  </a:solidFill>
                  <a:latin typeface="Verdana"/>
                </a:rPr>
                <a:t>Zoe</a:t>
              </a:r>
            </a:p>
          </p:txBody>
        </p:sp>
      </p:grpSp>
      <p:grpSp>
        <p:nvGrpSpPr>
          <p:cNvPr id="121" name="Tap Ethan"/>
          <p:cNvGrpSpPr/>
          <p:nvPr/>
        </p:nvGrpSpPr>
        <p:grpSpPr>
          <a:xfrm>
            <a:off x="469199" y="2640500"/>
            <a:ext cx="1500000" cy="1250000"/>
            <a:chOff x="0" y="0"/>
            <a:chExt cx="1500000" cy="1250000"/>
          </a:xfrm>
        </p:grpSpPr>
        <p:sp>
          <p:nvSpPr>
            <p:cNvPr id="122" name="Card Ethan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E87FA8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23" name="Art Ethan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0450" y="40000"/>
              <a:ext cx="559101" cy="780000"/>
            </a:xfrm>
            <a:prstGeom prst="rect">
              <a:avLst/>
            </a:prstGeom>
          </p:spPr>
        </p:pic>
        <p:sp>
          <p:nvSpPr>
            <p:cNvPr id="124" name="Name Ethan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F3864"/>
                  </a:solidFill>
                  <a:latin typeface="Verdana"/>
                </a:rPr>
                <a:t>Ethan</a:t>
              </a:r>
            </a:p>
          </p:txBody>
        </p:sp>
      </p:grpSp>
      <p:grpSp>
        <p:nvGrpSpPr>
          <p:cNvPr id="125" name="Tap Lily"/>
          <p:cNvGrpSpPr/>
          <p:nvPr/>
        </p:nvGrpSpPr>
        <p:grpSpPr>
          <a:xfrm>
            <a:off x="2907599" y="2640500"/>
            <a:ext cx="1500000" cy="1250000"/>
            <a:chOff x="0" y="0"/>
            <a:chExt cx="1500000" cy="1250000"/>
          </a:xfrm>
        </p:grpSpPr>
        <p:sp>
          <p:nvSpPr>
            <p:cNvPr id="126" name="Card Lily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E87FA8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27" name="Art Lily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0450" y="40000"/>
              <a:ext cx="559101" cy="780000"/>
            </a:xfrm>
            <a:prstGeom prst="rect">
              <a:avLst/>
            </a:prstGeom>
          </p:spPr>
        </p:pic>
        <p:sp>
          <p:nvSpPr>
            <p:cNvPr id="128" name="Name Lily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F3864"/>
                  </a:solidFill>
                  <a:latin typeface="Verdana"/>
                </a:rPr>
                <a:t>Lily</a:t>
              </a:r>
            </a:p>
          </p:txBody>
        </p:sp>
      </p:grpSp>
      <p:grpSp>
        <p:nvGrpSpPr>
          <p:cNvPr id="129" name="Tap Owen"/>
          <p:cNvGrpSpPr/>
          <p:nvPr/>
        </p:nvGrpSpPr>
        <p:grpSpPr>
          <a:xfrm>
            <a:off x="5345999" y="2640500"/>
            <a:ext cx="1500000" cy="1250000"/>
            <a:chOff x="0" y="0"/>
            <a:chExt cx="1500000" cy="1250000"/>
          </a:xfrm>
        </p:grpSpPr>
        <p:sp>
          <p:nvSpPr>
            <p:cNvPr id="130" name="Card Owen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E87FA8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31" name="Art Owen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0450" y="40000"/>
              <a:ext cx="559101" cy="780000"/>
            </a:xfrm>
            <a:prstGeom prst="rect">
              <a:avLst/>
            </a:prstGeom>
          </p:spPr>
        </p:pic>
        <p:sp>
          <p:nvSpPr>
            <p:cNvPr id="132" name="Name Owen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F3864"/>
                  </a:solidFill>
                  <a:latin typeface="Verdana"/>
                </a:rPr>
                <a:t>Owen</a:t>
              </a:r>
            </a:p>
          </p:txBody>
        </p:sp>
      </p:grpSp>
      <p:grpSp>
        <p:nvGrpSpPr>
          <p:cNvPr id="133" name="Tap Ruby"/>
          <p:cNvGrpSpPr/>
          <p:nvPr/>
        </p:nvGrpSpPr>
        <p:grpSpPr>
          <a:xfrm>
            <a:off x="7784399" y="2640500"/>
            <a:ext cx="1500000" cy="1250000"/>
            <a:chOff x="0" y="0"/>
            <a:chExt cx="1500000" cy="1250000"/>
          </a:xfrm>
        </p:grpSpPr>
        <p:sp>
          <p:nvSpPr>
            <p:cNvPr id="134" name="Card Ruby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E87FA8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35" name="Art Ruby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0450" y="40000"/>
              <a:ext cx="559101" cy="780000"/>
            </a:xfrm>
            <a:prstGeom prst="rect">
              <a:avLst/>
            </a:prstGeom>
          </p:spPr>
        </p:pic>
        <p:sp>
          <p:nvSpPr>
            <p:cNvPr id="136" name="Name Ruby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F3864"/>
                  </a:solidFill>
                  <a:latin typeface="Verdana"/>
                </a:rPr>
                <a:t>Ruby</a:t>
              </a:r>
            </a:p>
          </p:txBody>
        </p:sp>
      </p:grpSp>
      <p:grpSp>
        <p:nvGrpSpPr>
          <p:cNvPr id="137" name="Tap Jack"/>
          <p:cNvGrpSpPr/>
          <p:nvPr/>
        </p:nvGrpSpPr>
        <p:grpSpPr>
          <a:xfrm>
            <a:off x="10222799" y="2640500"/>
            <a:ext cx="1500000" cy="1250000"/>
            <a:chOff x="0" y="0"/>
            <a:chExt cx="1500000" cy="1250000"/>
          </a:xfrm>
        </p:grpSpPr>
        <p:sp>
          <p:nvSpPr>
            <p:cNvPr id="138" name="Card Jack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E87FA8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39" name="Art Jack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0450" y="40000"/>
              <a:ext cx="559101" cy="780000"/>
            </a:xfrm>
            <a:prstGeom prst="rect">
              <a:avLst/>
            </a:prstGeom>
          </p:spPr>
        </p:pic>
        <p:sp>
          <p:nvSpPr>
            <p:cNvPr id="140" name="Name Jack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F3864"/>
                  </a:solidFill>
                  <a:latin typeface="Verdana"/>
                </a:rPr>
                <a:t>Jack</a:t>
              </a:r>
            </a:p>
          </p:txBody>
        </p:sp>
      </p:grpSp>
      <p:grpSp>
        <p:nvGrpSpPr>
          <p:cNvPr id="141" name="Tap Ella"/>
          <p:cNvGrpSpPr/>
          <p:nvPr/>
        </p:nvGrpSpPr>
        <p:grpSpPr>
          <a:xfrm>
            <a:off x="469199" y="3987500"/>
            <a:ext cx="1500000" cy="1250000"/>
            <a:chOff x="0" y="0"/>
            <a:chExt cx="1500000" cy="1250000"/>
          </a:xfrm>
        </p:grpSpPr>
        <p:sp>
          <p:nvSpPr>
            <p:cNvPr id="142" name="Card Ella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E87FA8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43" name="Art Ella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0450" y="40000"/>
              <a:ext cx="559101" cy="780000"/>
            </a:xfrm>
            <a:prstGeom prst="rect">
              <a:avLst/>
            </a:prstGeom>
          </p:spPr>
        </p:pic>
        <p:sp>
          <p:nvSpPr>
            <p:cNvPr id="144" name="Name Ella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F3864"/>
                  </a:solidFill>
                  <a:latin typeface="Verdana"/>
                </a:rPr>
                <a:t>Ella</a:t>
              </a:r>
            </a:p>
          </p:txBody>
        </p:sp>
      </p:grpSp>
      <p:grpSp>
        <p:nvGrpSpPr>
          <p:cNvPr id="145" name="Tap Caleb"/>
          <p:cNvGrpSpPr/>
          <p:nvPr/>
        </p:nvGrpSpPr>
        <p:grpSpPr>
          <a:xfrm>
            <a:off x="2907599" y="3987500"/>
            <a:ext cx="1500000" cy="1250000"/>
            <a:chOff x="0" y="0"/>
            <a:chExt cx="1500000" cy="1250000"/>
          </a:xfrm>
        </p:grpSpPr>
        <p:sp>
          <p:nvSpPr>
            <p:cNvPr id="146" name="Card Caleb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E87FA8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47" name="Art Caleb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0450" y="40000"/>
              <a:ext cx="559101" cy="780000"/>
            </a:xfrm>
            <a:prstGeom prst="rect">
              <a:avLst/>
            </a:prstGeom>
          </p:spPr>
        </p:pic>
        <p:sp>
          <p:nvSpPr>
            <p:cNvPr id="148" name="Name Caleb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F3864"/>
                  </a:solidFill>
                  <a:latin typeface="Verdana"/>
                </a:rPr>
                <a:t>Caleb</a:t>
              </a:r>
            </a:p>
          </p:txBody>
        </p:sp>
      </p:grpSp>
      <p:grpSp>
        <p:nvGrpSpPr>
          <p:cNvPr id="149" name="Tap Nora"/>
          <p:cNvGrpSpPr/>
          <p:nvPr/>
        </p:nvGrpSpPr>
        <p:grpSpPr>
          <a:xfrm>
            <a:off x="5345999" y="3987500"/>
            <a:ext cx="1500000" cy="1250000"/>
            <a:chOff x="0" y="0"/>
            <a:chExt cx="1500000" cy="1250000"/>
          </a:xfrm>
        </p:grpSpPr>
        <p:sp>
          <p:nvSpPr>
            <p:cNvPr id="150" name="Card Nora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E87FA8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51" name="Art Nora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0450" y="40000"/>
              <a:ext cx="559101" cy="780000"/>
            </a:xfrm>
            <a:prstGeom prst="rect">
              <a:avLst/>
            </a:prstGeom>
          </p:spPr>
        </p:pic>
        <p:sp>
          <p:nvSpPr>
            <p:cNvPr id="152" name="Name Nora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F3864"/>
                  </a:solidFill>
                  <a:latin typeface="Verdana"/>
                </a:rPr>
                <a:t>Nora</a:t>
              </a:r>
            </a:p>
          </p:txBody>
        </p:sp>
      </p:grpSp>
      <p:grpSp>
        <p:nvGrpSpPr>
          <p:cNvPr id="153" name="Tap Milo"/>
          <p:cNvGrpSpPr/>
          <p:nvPr/>
        </p:nvGrpSpPr>
        <p:grpSpPr>
          <a:xfrm>
            <a:off x="7784399" y="3987500"/>
            <a:ext cx="1500000" cy="1250000"/>
            <a:chOff x="0" y="0"/>
            <a:chExt cx="1500000" cy="1250000"/>
          </a:xfrm>
        </p:grpSpPr>
        <p:sp>
          <p:nvSpPr>
            <p:cNvPr id="154" name="Card Milo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E87FA8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55" name="Art Milo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0450" y="40000"/>
              <a:ext cx="559101" cy="780000"/>
            </a:xfrm>
            <a:prstGeom prst="rect">
              <a:avLst/>
            </a:prstGeom>
          </p:spPr>
        </p:pic>
        <p:sp>
          <p:nvSpPr>
            <p:cNvPr id="156" name="Name Milo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F3864"/>
                  </a:solidFill>
                  <a:latin typeface="Verdana"/>
                </a:rPr>
                <a:t>Milo</a:t>
              </a:r>
            </a:p>
          </p:txBody>
        </p:sp>
      </p:grpSp>
      <p:grpSp>
        <p:nvGrpSpPr>
          <p:cNvPr id="157" name="Tap Sadie"/>
          <p:cNvGrpSpPr/>
          <p:nvPr/>
        </p:nvGrpSpPr>
        <p:grpSpPr>
          <a:xfrm>
            <a:off x="10222799" y="3987500"/>
            <a:ext cx="1500000" cy="1250000"/>
            <a:chOff x="0" y="0"/>
            <a:chExt cx="1500000" cy="1250000"/>
          </a:xfrm>
        </p:grpSpPr>
        <p:sp>
          <p:nvSpPr>
            <p:cNvPr id="158" name="Card Sadie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E87FA8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59" name="Art Sadie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0450" y="40000"/>
              <a:ext cx="559101" cy="780000"/>
            </a:xfrm>
            <a:prstGeom prst="rect">
              <a:avLst/>
            </a:prstGeom>
          </p:spPr>
        </p:pic>
        <p:sp>
          <p:nvSpPr>
            <p:cNvPr id="160" name="Name Sadie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F3864"/>
                  </a:solidFill>
                  <a:latin typeface="Verdana"/>
                </a:rPr>
                <a:t>Sadie</a:t>
              </a:r>
            </a:p>
          </p:txBody>
        </p:sp>
      </p:grpSp>
      <p:grpSp>
        <p:nvGrpSpPr>
          <p:cNvPr id="161" name="Tap Theo"/>
          <p:cNvGrpSpPr/>
          <p:nvPr/>
        </p:nvGrpSpPr>
        <p:grpSpPr>
          <a:xfrm>
            <a:off x="469199" y="5334500"/>
            <a:ext cx="1500000" cy="1250000"/>
            <a:chOff x="0" y="0"/>
            <a:chExt cx="1500000" cy="1250000"/>
          </a:xfrm>
        </p:grpSpPr>
        <p:sp>
          <p:nvSpPr>
            <p:cNvPr id="162" name="Card Theo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E87FA8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63" name="Art Theo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0450" y="40000"/>
              <a:ext cx="559101" cy="780000"/>
            </a:xfrm>
            <a:prstGeom prst="rect">
              <a:avLst/>
            </a:prstGeom>
          </p:spPr>
        </p:pic>
        <p:sp>
          <p:nvSpPr>
            <p:cNvPr id="164" name="Name Theo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F3864"/>
                  </a:solidFill>
                  <a:latin typeface="Verdana"/>
                </a:rPr>
                <a:t>Theo</a:t>
              </a:r>
            </a:p>
          </p:txBody>
        </p:sp>
      </p:grpSp>
      <p:grpSp>
        <p:nvGrpSpPr>
          <p:cNvPr id="165" name="Tap Ivy"/>
          <p:cNvGrpSpPr/>
          <p:nvPr/>
        </p:nvGrpSpPr>
        <p:grpSpPr>
          <a:xfrm>
            <a:off x="2907599" y="5334500"/>
            <a:ext cx="1500000" cy="1250000"/>
            <a:chOff x="0" y="0"/>
            <a:chExt cx="1500000" cy="1250000"/>
          </a:xfrm>
        </p:grpSpPr>
        <p:sp>
          <p:nvSpPr>
            <p:cNvPr id="166" name="Card Ivy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E87FA8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67" name="Art Ivy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0450" y="40000"/>
              <a:ext cx="559101" cy="780000"/>
            </a:xfrm>
            <a:prstGeom prst="rect">
              <a:avLst/>
            </a:prstGeom>
          </p:spPr>
        </p:pic>
        <p:sp>
          <p:nvSpPr>
            <p:cNvPr id="168" name="Name Ivy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F3864"/>
                  </a:solidFill>
                  <a:latin typeface="Verdana"/>
                </a:rPr>
                <a:t>Ivy</a:t>
              </a:r>
            </a:p>
          </p:txBody>
        </p:sp>
      </p:grpSp>
      <p:grpSp>
        <p:nvGrpSpPr>
          <p:cNvPr id="169" name="Tap Finn"/>
          <p:cNvGrpSpPr/>
          <p:nvPr/>
        </p:nvGrpSpPr>
        <p:grpSpPr>
          <a:xfrm>
            <a:off x="5345999" y="5334500"/>
            <a:ext cx="1500000" cy="1250000"/>
            <a:chOff x="0" y="0"/>
            <a:chExt cx="1500000" cy="1250000"/>
          </a:xfrm>
        </p:grpSpPr>
        <p:sp>
          <p:nvSpPr>
            <p:cNvPr id="170" name="Card Finn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E87FA8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71" name="Art Finn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0450" y="40000"/>
              <a:ext cx="559101" cy="780000"/>
            </a:xfrm>
            <a:prstGeom prst="rect">
              <a:avLst/>
            </a:prstGeom>
          </p:spPr>
        </p:pic>
        <p:sp>
          <p:nvSpPr>
            <p:cNvPr id="172" name="Name Finn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F3864"/>
                  </a:solidFill>
                  <a:latin typeface="Verdana"/>
                </a:rPr>
                <a:t>Finn</a:t>
              </a:r>
            </a:p>
          </p:txBody>
        </p:sp>
      </p:grpSp>
      <p:grpSp>
        <p:nvGrpSpPr>
          <p:cNvPr id="173" name="Tap Hazel"/>
          <p:cNvGrpSpPr/>
          <p:nvPr/>
        </p:nvGrpSpPr>
        <p:grpSpPr>
          <a:xfrm>
            <a:off x="7784399" y="5334500"/>
            <a:ext cx="1500000" cy="1250000"/>
            <a:chOff x="0" y="0"/>
            <a:chExt cx="1500000" cy="1250000"/>
          </a:xfrm>
        </p:grpSpPr>
        <p:sp>
          <p:nvSpPr>
            <p:cNvPr id="174" name="Card Hazel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E87FA8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75" name="Art Hazel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0450" y="40000"/>
              <a:ext cx="559101" cy="780000"/>
            </a:xfrm>
            <a:prstGeom prst="rect">
              <a:avLst/>
            </a:prstGeom>
          </p:spPr>
        </p:pic>
        <p:sp>
          <p:nvSpPr>
            <p:cNvPr id="176" name="Name Hazel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F3864"/>
                  </a:solidFill>
                  <a:latin typeface="Verdana"/>
                </a:rPr>
                <a:t>Hazel</a:t>
              </a:r>
            </a:p>
          </p:txBody>
        </p:sp>
      </p:grpSp>
      <p:grpSp>
        <p:nvGrpSpPr>
          <p:cNvPr id="177" name="Tap Leo"/>
          <p:cNvGrpSpPr/>
          <p:nvPr/>
        </p:nvGrpSpPr>
        <p:grpSpPr>
          <a:xfrm>
            <a:off x="10222799" y="5334500"/>
            <a:ext cx="1500000" cy="1250000"/>
            <a:chOff x="0" y="0"/>
            <a:chExt cx="1500000" cy="1250000"/>
          </a:xfrm>
        </p:grpSpPr>
        <p:sp>
          <p:nvSpPr>
            <p:cNvPr id="178" name="Card Leo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E87FA8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79" name="Art Leo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0450" y="40000"/>
              <a:ext cx="559101" cy="780000"/>
            </a:xfrm>
            <a:prstGeom prst="rect">
              <a:avLst/>
            </a:prstGeom>
          </p:spPr>
        </p:pic>
        <p:sp>
          <p:nvSpPr>
            <p:cNvPr id="180" name="Name Leo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F3864"/>
                  </a:solidFill>
                  <a:latin typeface="Verdana"/>
                </a:rPr>
                <a:t>Leo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nodeType="interactiveSeq">
                <p:stCondLst>
                  <p:cond evt="onClick" delay="0">
                    <p:tgtEl>
                      <p:spTgt spid="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7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0" restart="whenNotActive" fill="hold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5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8" restart="whenNotActive" fill="hold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2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23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2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6" restart="whenNotActive" fill="hold" nodeType="interactiveSeq">
                <p:stCondLst>
                  <p:cond evt="onClick" delay="0">
                    <p:tgtEl>
                      <p:spTgt spid="1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3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31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3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4" restart="whenNotActive" fill="hold" nodeType="interactiveSeq">
                <p:stCondLst>
                  <p:cond evt="onClick" delay="0">
                    <p:tgtEl>
                      <p:spTgt spid="1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3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39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4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2" restart="whenNotActive" fill="hold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4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47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4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0" restart="whenNotActive" fill="hold" nodeType="interactiveSeq">
                <p:stCondLst>
                  <p:cond evt="onClick" delay="0">
                    <p:tgtEl>
                      <p:spTgt spid="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5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55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5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8" restart="whenNotActive" fill="hold" nodeType="interactiveSeq">
                <p:stCondLst>
                  <p:cond evt="onClick" delay="0">
                    <p:tgtEl>
                      <p:spTgt spid="1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6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63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6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6" restart="whenNotActive" fill="hold" nodeType="interactiveSeq">
                <p:stCondLst>
                  <p:cond evt="onClick" delay="0">
                    <p:tgtEl>
                      <p:spTgt spid="1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7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71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7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74" restart="whenNotActive" fill="hold" nodeType="interactiveSeq">
                <p:stCondLst>
                  <p:cond evt="onClick" delay="0">
                    <p:tgtEl>
                      <p:spTgt spid="1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7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79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8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82" restart="whenNotActive" fill="hold" nodeType="interactiveSeq">
                <p:stCondLst>
                  <p:cond evt="onClick" delay="0">
                    <p:tgtEl>
                      <p:spTgt spid="1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8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87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8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90" restart="whenNotActive" fill="hold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9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95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9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98" restart="whenNotActive" fill="hold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0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03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0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06" restart="whenNotActive" fill="hold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1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11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1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14" restart="whenNotActive" fill="hold" nodeType="interactiveSeq">
                <p:stCondLst>
                  <p:cond evt="onClick" delay="0">
                    <p:tgtEl>
                      <p:spTgt spid="1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1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19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2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22" restart="whenNotActive" fill="hold" nodeType="interactiveSeq">
                <p:stCondLst>
                  <p:cond evt="onClick" delay="0">
                    <p:tgtEl>
                      <p:spTgt spid="1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2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27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2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30" restart="whenNotActive" fill="hold" nodeType="interactiveSeq">
                <p:stCondLst>
                  <p:cond evt="onClick" delay="0">
                    <p:tgtEl>
                      <p:spTgt spid="1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3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35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3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38" restart="whenNotActive" fill="hold" nodeType="interactiveSeq">
                <p:stCondLst>
                  <p:cond evt="onClick" delay="0">
                    <p:tgtEl>
                      <p:spTgt spid="1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4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43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4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46" restart="whenNotActive" fill="hold" nodeType="interactiveSeq">
                <p:stCondLst>
                  <p:cond evt="onClick" delay="0">
                    <p:tgtEl>
                      <p:spTgt spid="1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5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51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5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54" restart="whenNotActive" fill="hold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5" fill="hold">
                      <p:stCondLst>
                        <p:cond delay="0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5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59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6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3B1E"/>
            </a:gs>
            <a:gs pos="55000">
              <a:srgbClr val="1E8A47"/>
            </a:gs>
            <a:gs pos="100000">
              <a:srgbClr val="CFF0C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96000" y="180000"/>
            <a:ext cx="11000000" cy="10000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CA" sz="3200" b="1">
                <a:solidFill>
                  <a:srgbClr val="FFFFFF"/>
                </a:solidFill>
                <a:latin typeface="Verdana"/>
              </a:rPr>
              <a:t>Happy St. Patrick's Day! Tap your shamrock.</a:t>
            </a:r>
          </a:p>
          <a:p>
            <a:pPr algn="ctr"/>
            <a:r>
              <a:rPr lang="en-CA" sz="1400">
                <a:solidFill>
                  <a:srgbClr val="D8F5D0"/>
                </a:solidFill>
                <a:latin typeface="Verdana"/>
              </a:rPr>
              <a:t>Shamrocks still on the board are the friends we miss today.</a:t>
            </a:r>
          </a:p>
        </p:txBody>
      </p:sp>
      <p:grpSp>
        <p:nvGrpSpPr>
          <p:cNvPr id="101" name="Tap Ava"/>
          <p:cNvGrpSpPr/>
          <p:nvPr/>
        </p:nvGrpSpPr>
        <p:grpSpPr>
          <a:xfrm>
            <a:off x="469199" y="1293500"/>
            <a:ext cx="1500000" cy="1250000"/>
            <a:chOff x="0" y="0"/>
            <a:chExt cx="1500000" cy="1250000"/>
          </a:xfrm>
        </p:grpSpPr>
        <p:sp>
          <p:nvSpPr>
            <p:cNvPr id="102" name="Card Ava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2E9E52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03" name="Art Ava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9590" y="40000"/>
              <a:ext cx="540820" cy="780000"/>
            </a:xfrm>
            <a:prstGeom prst="rect">
              <a:avLst/>
            </a:prstGeom>
          </p:spPr>
        </p:pic>
        <p:sp>
          <p:nvSpPr>
            <p:cNvPr id="104" name="Name Ava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23D22"/>
                  </a:solidFill>
                  <a:latin typeface="Verdana"/>
                </a:rPr>
                <a:t>Ava</a:t>
              </a:r>
            </a:p>
          </p:txBody>
        </p:sp>
      </p:grpSp>
      <p:grpSp>
        <p:nvGrpSpPr>
          <p:cNvPr id="105" name="Tap Liam"/>
          <p:cNvGrpSpPr/>
          <p:nvPr/>
        </p:nvGrpSpPr>
        <p:grpSpPr>
          <a:xfrm>
            <a:off x="2907599" y="1293500"/>
            <a:ext cx="1500000" cy="1250000"/>
            <a:chOff x="0" y="0"/>
            <a:chExt cx="1500000" cy="1250000"/>
          </a:xfrm>
        </p:grpSpPr>
        <p:sp>
          <p:nvSpPr>
            <p:cNvPr id="106" name="Card Liam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2E9E52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07" name="Art Liam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9590" y="40000"/>
              <a:ext cx="540820" cy="780000"/>
            </a:xfrm>
            <a:prstGeom prst="rect">
              <a:avLst/>
            </a:prstGeom>
          </p:spPr>
        </p:pic>
        <p:sp>
          <p:nvSpPr>
            <p:cNvPr id="108" name="Name Liam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23D22"/>
                  </a:solidFill>
                  <a:latin typeface="Verdana"/>
                </a:rPr>
                <a:t>Liam</a:t>
              </a:r>
            </a:p>
          </p:txBody>
        </p:sp>
      </p:grpSp>
      <p:grpSp>
        <p:nvGrpSpPr>
          <p:cNvPr id="109" name="Tap Mia"/>
          <p:cNvGrpSpPr/>
          <p:nvPr/>
        </p:nvGrpSpPr>
        <p:grpSpPr>
          <a:xfrm>
            <a:off x="5345999" y="1293500"/>
            <a:ext cx="1500000" cy="1250000"/>
            <a:chOff x="0" y="0"/>
            <a:chExt cx="1500000" cy="1250000"/>
          </a:xfrm>
        </p:grpSpPr>
        <p:sp>
          <p:nvSpPr>
            <p:cNvPr id="110" name="Card Mia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2E9E52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11" name="Art Mia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9590" y="40000"/>
              <a:ext cx="540820" cy="780000"/>
            </a:xfrm>
            <a:prstGeom prst="rect">
              <a:avLst/>
            </a:prstGeom>
          </p:spPr>
        </p:pic>
        <p:sp>
          <p:nvSpPr>
            <p:cNvPr id="112" name="Name Mia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23D22"/>
                  </a:solidFill>
                  <a:latin typeface="Verdana"/>
                </a:rPr>
                <a:t>Mia</a:t>
              </a:r>
            </a:p>
          </p:txBody>
        </p:sp>
      </p:grpSp>
      <p:grpSp>
        <p:nvGrpSpPr>
          <p:cNvPr id="113" name="Tap Noah"/>
          <p:cNvGrpSpPr/>
          <p:nvPr/>
        </p:nvGrpSpPr>
        <p:grpSpPr>
          <a:xfrm>
            <a:off x="7784399" y="1293500"/>
            <a:ext cx="1500000" cy="1250000"/>
            <a:chOff x="0" y="0"/>
            <a:chExt cx="1500000" cy="1250000"/>
          </a:xfrm>
        </p:grpSpPr>
        <p:sp>
          <p:nvSpPr>
            <p:cNvPr id="114" name="Card Noah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2E9E52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15" name="Art Noah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9590" y="40000"/>
              <a:ext cx="540820" cy="780000"/>
            </a:xfrm>
            <a:prstGeom prst="rect">
              <a:avLst/>
            </a:prstGeom>
          </p:spPr>
        </p:pic>
        <p:sp>
          <p:nvSpPr>
            <p:cNvPr id="116" name="Name Noah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23D22"/>
                  </a:solidFill>
                  <a:latin typeface="Verdana"/>
                </a:rPr>
                <a:t>Noah</a:t>
              </a:r>
            </a:p>
          </p:txBody>
        </p:sp>
      </p:grpSp>
      <p:grpSp>
        <p:nvGrpSpPr>
          <p:cNvPr id="117" name="Tap Zoe"/>
          <p:cNvGrpSpPr/>
          <p:nvPr/>
        </p:nvGrpSpPr>
        <p:grpSpPr>
          <a:xfrm>
            <a:off x="10222799" y="1293500"/>
            <a:ext cx="1500000" cy="1250000"/>
            <a:chOff x="0" y="0"/>
            <a:chExt cx="1500000" cy="1250000"/>
          </a:xfrm>
        </p:grpSpPr>
        <p:sp>
          <p:nvSpPr>
            <p:cNvPr id="118" name="Card Zoe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2E9E52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19" name="Art Zoe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9590" y="40000"/>
              <a:ext cx="540820" cy="780000"/>
            </a:xfrm>
            <a:prstGeom prst="rect">
              <a:avLst/>
            </a:prstGeom>
          </p:spPr>
        </p:pic>
        <p:sp>
          <p:nvSpPr>
            <p:cNvPr id="120" name="Name Zoe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23D22"/>
                  </a:solidFill>
                  <a:latin typeface="Verdana"/>
                </a:rPr>
                <a:t>Zoe</a:t>
              </a:r>
            </a:p>
          </p:txBody>
        </p:sp>
      </p:grpSp>
      <p:grpSp>
        <p:nvGrpSpPr>
          <p:cNvPr id="121" name="Tap Ethan"/>
          <p:cNvGrpSpPr/>
          <p:nvPr/>
        </p:nvGrpSpPr>
        <p:grpSpPr>
          <a:xfrm>
            <a:off x="469199" y="2640500"/>
            <a:ext cx="1500000" cy="1250000"/>
            <a:chOff x="0" y="0"/>
            <a:chExt cx="1500000" cy="1250000"/>
          </a:xfrm>
        </p:grpSpPr>
        <p:sp>
          <p:nvSpPr>
            <p:cNvPr id="122" name="Card Ethan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2E9E52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23" name="Art Ethan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9590" y="40000"/>
              <a:ext cx="540820" cy="780000"/>
            </a:xfrm>
            <a:prstGeom prst="rect">
              <a:avLst/>
            </a:prstGeom>
          </p:spPr>
        </p:pic>
        <p:sp>
          <p:nvSpPr>
            <p:cNvPr id="124" name="Name Ethan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23D22"/>
                  </a:solidFill>
                  <a:latin typeface="Verdana"/>
                </a:rPr>
                <a:t>Ethan</a:t>
              </a:r>
            </a:p>
          </p:txBody>
        </p:sp>
      </p:grpSp>
      <p:grpSp>
        <p:nvGrpSpPr>
          <p:cNvPr id="125" name="Tap Lily"/>
          <p:cNvGrpSpPr/>
          <p:nvPr/>
        </p:nvGrpSpPr>
        <p:grpSpPr>
          <a:xfrm>
            <a:off x="2907599" y="2640500"/>
            <a:ext cx="1500000" cy="1250000"/>
            <a:chOff x="0" y="0"/>
            <a:chExt cx="1500000" cy="1250000"/>
          </a:xfrm>
        </p:grpSpPr>
        <p:sp>
          <p:nvSpPr>
            <p:cNvPr id="126" name="Card Lily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2E9E52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27" name="Art Lily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9590" y="40000"/>
              <a:ext cx="540820" cy="780000"/>
            </a:xfrm>
            <a:prstGeom prst="rect">
              <a:avLst/>
            </a:prstGeom>
          </p:spPr>
        </p:pic>
        <p:sp>
          <p:nvSpPr>
            <p:cNvPr id="128" name="Name Lily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23D22"/>
                  </a:solidFill>
                  <a:latin typeface="Verdana"/>
                </a:rPr>
                <a:t>Lily</a:t>
              </a:r>
            </a:p>
          </p:txBody>
        </p:sp>
      </p:grpSp>
      <p:grpSp>
        <p:nvGrpSpPr>
          <p:cNvPr id="129" name="Tap Owen"/>
          <p:cNvGrpSpPr/>
          <p:nvPr/>
        </p:nvGrpSpPr>
        <p:grpSpPr>
          <a:xfrm>
            <a:off x="5345999" y="2640500"/>
            <a:ext cx="1500000" cy="1250000"/>
            <a:chOff x="0" y="0"/>
            <a:chExt cx="1500000" cy="1250000"/>
          </a:xfrm>
        </p:grpSpPr>
        <p:sp>
          <p:nvSpPr>
            <p:cNvPr id="130" name="Card Owen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2E9E52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31" name="Art Owen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9590" y="40000"/>
              <a:ext cx="540820" cy="780000"/>
            </a:xfrm>
            <a:prstGeom prst="rect">
              <a:avLst/>
            </a:prstGeom>
          </p:spPr>
        </p:pic>
        <p:sp>
          <p:nvSpPr>
            <p:cNvPr id="132" name="Name Owen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23D22"/>
                  </a:solidFill>
                  <a:latin typeface="Verdana"/>
                </a:rPr>
                <a:t>Owen</a:t>
              </a:r>
            </a:p>
          </p:txBody>
        </p:sp>
      </p:grpSp>
      <p:grpSp>
        <p:nvGrpSpPr>
          <p:cNvPr id="133" name="Tap Ruby"/>
          <p:cNvGrpSpPr/>
          <p:nvPr/>
        </p:nvGrpSpPr>
        <p:grpSpPr>
          <a:xfrm>
            <a:off x="7784399" y="2640500"/>
            <a:ext cx="1500000" cy="1250000"/>
            <a:chOff x="0" y="0"/>
            <a:chExt cx="1500000" cy="1250000"/>
          </a:xfrm>
        </p:grpSpPr>
        <p:sp>
          <p:nvSpPr>
            <p:cNvPr id="134" name="Card Ruby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2E9E52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35" name="Art Ruby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9590" y="40000"/>
              <a:ext cx="540820" cy="780000"/>
            </a:xfrm>
            <a:prstGeom prst="rect">
              <a:avLst/>
            </a:prstGeom>
          </p:spPr>
        </p:pic>
        <p:sp>
          <p:nvSpPr>
            <p:cNvPr id="136" name="Name Ruby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23D22"/>
                  </a:solidFill>
                  <a:latin typeface="Verdana"/>
                </a:rPr>
                <a:t>Ruby</a:t>
              </a:r>
            </a:p>
          </p:txBody>
        </p:sp>
      </p:grpSp>
      <p:grpSp>
        <p:nvGrpSpPr>
          <p:cNvPr id="137" name="Tap Jack"/>
          <p:cNvGrpSpPr/>
          <p:nvPr/>
        </p:nvGrpSpPr>
        <p:grpSpPr>
          <a:xfrm>
            <a:off x="10222799" y="2640500"/>
            <a:ext cx="1500000" cy="1250000"/>
            <a:chOff x="0" y="0"/>
            <a:chExt cx="1500000" cy="1250000"/>
          </a:xfrm>
        </p:grpSpPr>
        <p:sp>
          <p:nvSpPr>
            <p:cNvPr id="138" name="Card Jack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2E9E52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39" name="Art Jack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9590" y="40000"/>
              <a:ext cx="540820" cy="780000"/>
            </a:xfrm>
            <a:prstGeom prst="rect">
              <a:avLst/>
            </a:prstGeom>
          </p:spPr>
        </p:pic>
        <p:sp>
          <p:nvSpPr>
            <p:cNvPr id="140" name="Name Jack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23D22"/>
                  </a:solidFill>
                  <a:latin typeface="Verdana"/>
                </a:rPr>
                <a:t>Jack</a:t>
              </a:r>
            </a:p>
          </p:txBody>
        </p:sp>
      </p:grpSp>
      <p:grpSp>
        <p:nvGrpSpPr>
          <p:cNvPr id="141" name="Tap Ella"/>
          <p:cNvGrpSpPr/>
          <p:nvPr/>
        </p:nvGrpSpPr>
        <p:grpSpPr>
          <a:xfrm>
            <a:off x="469199" y="3987500"/>
            <a:ext cx="1500000" cy="1250000"/>
            <a:chOff x="0" y="0"/>
            <a:chExt cx="1500000" cy="1250000"/>
          </a:xfrm>
        </p:grpSpPr>
        <p:sp>
          <p:nvSpPr>
            <p:cNvPr id="142" name="Card Ella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2E9E52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43" name="Art Ella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9590" y="40000"/>
              <a:ext cx="540820" cy="780000"/>
            </a:xfrm>
            <a:prstGeom prst="rect">
              <a:avLst/>
            </a:prstGeom>
          </p:spPr>
        </p:pic>
        <p:sp>
          <p:nvSpPr>
            <p:cNvPr id="144" name="Name Ella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23D22"/>
                  </a:solidFill>
                  <a:latin typeface="Verdana"/>
                </a:rPr>
                <a:t>Ella</a:t>
              </a:r>
            </a:p>
          </p:txBody>
        </p:sp>
      </p:grpSp>
      <p:grpSp>
        <p:nvGrpSpPr>
          <p:cNvPr id="145" name="Tap Caleb"/>
          <p:cNvGrpSpPr/>
          <p:nvPr/>
        </p:nvGrpSpPr>
        <p:grpSpPr>
          <a:xfrm>
            <a:off x="2907599" y="3987500"/>
            <a:ext cx="1500000" cy="1250000"/>
            <a:chOff x="0" y="0"/>
            <a:chExt cx="1500000" cy="1250000"/>
          </a:xfrm>
        </p:grpSpPr>
        <p:sp>
          <p:nvSpPr>
            <p:cNvPr id="146" name="Card Caleb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2E9E52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47" name="Art Caleb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9590" y="40000"/>
              <a:ext cx="540820" cy="780000"/>
            </a:xfrm>
            <a:prstGeom prst="rect">
              <a:avLst/>
            </a:prstGeom>
          </p:spPr>
        </p:pic>
        <p:sp>
          <p:nvSpPr>
            <p:cNvPr id="148" name="Name Caleb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23D22"/>
                  </a:solidFill>
                  <a:latin typeface="Verdana"/>
                </a:rPr>
                <a:t>Caleb</a:t>
              </a:r>
            </a:p>
          </p:txBody>
        </p:sp>
      </p:grpSp>
      <p:grpSp>
        <p:nvGrpSpPr>
          <p:cNvPr id="149" name="Tap Nora"/>
          <p:cNvGrpSpPr/>
          <p:nvPr/>
        </p:nvGrpSpPr>
        <p:grpSpPr>
          <a:xfrm>
            <a:off x="5345999" y="3987500"/>
            <a:ext cx="1500000" cy="1250000"/>
            <a:chOff x="0" y="0"/>
            <a:chExt cx="1500000" cy="1250000"/>
          </a:xfrm>
        </p:grpSpPr>
        <p:sp>
          <p:nvSpPr>
            <p:cNvPr id="150" name="Card Nora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2E9E52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51" name="Art Nora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9590" y="40000"/>
              <a:ext cx="540820" cy="780000"/>
            </a:xfrm>
            <a:prstGeom prst="rect">
              <a:avLst/>
            </a:prstGeom>
          </p:spPr>
        </p:pic>
        <p:sp>
          <p:nvSpPr>
            <p:cNvPr id="152" name="Name Nora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23D22"/>
                  </a:solidFill>
                  <a:latin typeface="Verdana"/>
                </a:rPr>
                <a:t>Nora</a:t>
              </a:r>
            </a:p>
          </p:txBody>
        </p:sp>
      </p:grpSp>
      <p:grpSp>
        <p:nvGrpSpPr>
          <p:cNvPr id="153" name="Tap Milo"/>
          <p:cNvGrpSpPr/>
          <p:nvPr/>
        </p:nvGrpSpPr>
        <p:grpSpPr>
          <a:xfrm>
            <a:off x="7784399" y="3987500"/>
            <a:ext cx="1500000" cy="1250000"/>
            <a:chOff x="0" y="0"/>
            <a:chExt cx="1500000" cy="1250000"/>
          </a:xfrm>
        </p:grpSpPr>
        <p:sp>
          <p:nvSpPr>
            <p:cNvPr id="154" name="Card Milo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2E9E52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55" name="Art Milo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9590" y="40000"/>
              <a:ext cx="540820" cy="780000"/>
            </a:xfrm>
            <a:prstGeom prst="rect">
              <a:avLst/>
            </a:prstGeom>
          </p:spPr>
        </p:pic>
        <p:sp>
          <p:nvSpPr>
            <p:cNvPr id="156" name="Name Milo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23D22"/>
                  </a:solidFill>
                  <a:latin typeface="Verdana"/>
                </a:rPr>
                <a:t>Milo</a:t>
              </a:r>
            </a:p>
          </p:txBody>
        </p:sp>
      </p:grpSp>
      <p:grpSp>
        <p:nvGrpSpPr>
          <p:cNvPr id="157" name="Tap Sadie"/>
          <p:cNvGrpSpPr/>
          <p:nvPr/>
        </p:nvGrpSpPr>
        <p:grpSpPr>
          <a:xfrm>
            <a:off x="10222799" y="3987500"/>
            <a:ext cx="1500000" cy="1250000"/>
            <a:chOff x="0" y="0"/>
            <a:chExt cx="1500000" cy="1250000"/>
          </a:xfrm>
        </p:grpSpPr>
        <p:sp>
          <p:nvSpPr>
            <p:cNvPr id="158" name="Card Sadie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2E9E52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59" name="Art Sadie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9590" y="40000"/>
              <a:ext cx="540820" cy="780000"/>
            </a:xfrm>
            <a:prstGeom prst="rect">
              <a:avLst/>
            </a:prstGeom>
          </p:spPr>
        </p:pic>
        <p:sp>
          <p:nvSpPr>
            <p:cNvPr id="160" name="Name Sadie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23D22"/>
                  </a:solidFill>
                  <a:latin typeface="Verdana"/>
                </a:rPr>
                <a:t>Sadie</a:t>
              </a:r>
            </a:p>
          </p:txBody>
        </p:sp>
      </p:grpSp>
      <p:grpSp>
        <p:nvGrpSpPr>
          <p:cNvPr id="161" name="Tap Theo"/>
          <p:cNvGrpSpPr/>
          <p:nvPr/>
        </p:nvGrpSpPr>
        <p:grpSpPr>
          <a:xfrm>
            <a:off x="469199" y="5334500"/>
            <a:ext cx="1500000" cy="1250000"/>
            <a:chOff x="0" y="0"/>
            <a:chExt cx="1500000" cy="1250000"/>
          </a:xfrm>
        </p:grpSpPr>
        <p:sp>
          <p:nvSpPr>
            <p:cNvPr id="162" name="Card Theo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2E9E52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63" name="Art Theo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9590" y="40000"/>
              <a:ext cx="540820" cy="780000"/>
            </a:xfrm>
            <a:prstGeom prst="rect">
              <a:avLst/>
            </a:prstGeom>
          </p:spPr>
        </p:pic>
        <p:sp>
          <p:nvSpPr>
            <p:cNvPr id="164" name="Name Theo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23D22"/>
                  </a:solidFill>
                  <a:latin typeface="Verdana"/>
                </a:rPr>
                <a:t>Theo</a:t>
              </a:r>
            </a:p>
          </p:txBody>
        </p:sp>
      </p:grpSp>
      <p:grpSp>
        <p:nvGrpSpPr>
          <p:cNvPr id="165" name="Tap Ivy"/>
          <p:cNvGrpSpPr/>
          <p:nvPr/>
        </p:nvGrpSpPr>
        <p:grpSpPr>
          <a:xfrm>
            <a:off x="2907599" y="5334500"/>
            <a:ext cx="1500000" cy="1250000"/>
            <a:chOff x="0" y="0"/>
            <a:chExt cx="1500000" cy="1250000"/>
          </a:xfrm>
        </p:grpSpPr>
        <p:sp>
          <p:nvSpPr>
            <p:cNvPr id="166" name="Card Ivy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2E9E52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67" name="Art Ivy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9590" y="40000"/>
              <a:ext cx="540820" cy="780000"/>
            </a:xfrm>
            <a:prstGeom prst="rect">
              <a:avLst/>
            </a:prstGeom>
          </p:spPr>
        </p:pic>
        <p:sp>
          <p:nvSpPr>
            <p:cNvPr id="168" name="Name Ivy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23D22"/>
                  </a:solidFill>
                  <a:latin typeface="Verdana"/>
                </a:rPr>
                <a:t>Ivy</a:t>
              </a:r>
            </a:p>
          </p:txBody>
        </p:sp>
      </p:grpSp>
      <p:grpSp>
        <p:nvGrpSpPr>
          <p:cNvPr id="169" name="Tap Finn"/>
          <p:cNvGrpSpPr/>
          <p:nvPr/>
        </p:nvGrpSpPr>
        <p:grpSpPr>
          <a:xfrm>
            <a:off x="5345999" y="5334500"/>
            <a:ext cx="1500000" cy="1250000"/>
            <a:chOff x="0" y="0"/>
            <a:chExt cx="1500000" cy="1250000"/>
          </a:xfrm>
        </p:grpSpPr>
        <p:sp>
          <p:nvSpPr>
            <p:cNvPr id="170" name="Card Finn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2E9E52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71" name="Art Finn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9590" y="40000"/>
              <a:ext cx="540820" cy="780000"/>
            </a:xfrm>
            <a:prstGeom prst="rect">
              <a:avLst/>
            </a:prstGeom>
          </p:spPr>
        </p:pic>
        <p:sp>
          <p:nvSpPr>
            <p:cNvPr id="172" name="Name Finn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23D22"/>
                  </a:solidFill>
                  <a:latin typeface="Verdana"/>
                </a:rPr>
                <a:t>Finn</a:t>
              </a:r>
            </a:p>
          </p:txBody>
        </p:sp>
      </p:grpSp>
      <p:grpSp>
        <p:nvGrpSpPr>
          <p:cNvPr id="173" name="Tap Hazel"/>
          <p:cNvGrpSpPr/>
          <p:nvPr/>
        </p:nvGrpSpPr>
        <p:grpSpPr>
          <a:xfrm>
            <a:off x="7784399" y="5334500"/>
            <a:ext cx="1500000" cy="1250000"/>
            <a:chOff x="0" y="0"/>
            <a:chExt cx="1500000" cy="1250000"/>
          </a:xfrm>
        </p:grpSpPr>
        <p:sp>
          <p:nvSpPr>
            <p:cNvPr id="174" name="Card Hazel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2E9E52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75" name="Art Hazel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9590" y="40000"/>
              <a:ext cx="540820" cy="780000"/>
            </a:xfrm>
            <a:prstGeom prst="rect">
              <a:avLst/>
            </a:prstGeom>
          </p:spPr>
        </p:pic>
        <p:sp>
          <p:nvSpPr>
            <p:cNvPr id="176" name="Name Hazel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23D22"/>
                  </a:solidFill>
                  <a:latin typeface="Verdana"/>
                </a:rPr>
                <a:t>Hazel</a:t>
              </a:r>
            </a:p>
          </p:txBody>
        </p:sp>
      </p:grpSp>
      <p:grpSp>
        <p:nvGrpSpPr>
          <p:cNvPr id="177" name="Tap Leo"/>
          <p:cNvGrpSpPr/>
          <p:nvPr/>
        </p:nvGrpSpPr>
        <p:grpSpPr>
          <a:xfrm>
            <a:off x="10222799" y="5334500"/>
            <a:ext cx="1500000" cy="1250000"/>
            <a:chOff x="0" y="0"/>
            <a:chExt cx="1500000" cy="1250000"/>
          </a:xfrm>
        </p:grpSpPr>
        <p:sp>
          <p:nvSpPr>
            <p:cNvPr id="178" name="Card Leo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2E9E52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79" name="Art Leo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9590" y="40000"/>
              <a:ext cx="540820" cy="780000"/>
            </a:xfrm>
            <a:prstGeom prst="rect">
              <a:avLst/>
            </a:prstGeom>
          </p:spPr>
        </p:pic>
        <p:sp>
          <p:nvSpPr>
            <p:cNvPr id="180" name="Name Leo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23D22"/>
                  </a:solidFill>
                  <a:latin typeface="Verdana"/>
                </a:rPr>
                <a:t>Leo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nodeType="interactiveSeq">
                <p:stCondLst>
                  <p:cond evt="onClick" delay="0">
                    <p:tgtEl>
                      <p:spTgt spid="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7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0" restart="whenNotActive" fill="hold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5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8" restart="whenNotActive" fill="hold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2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23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2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6" restart="whenNotActive" fill="hold" nodeType="interactiveSeq">
                <p:stCondLst>
                  <p:cond evt="onClick" delay="0">
                    <p:tgtEl>
                      <p:spTgt spid="1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3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31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3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4" restart="whenNotActive" fill="hold" nodeType="interactiveSeq">
                <p:stCondLst>
                  <p:cond evt="onClick" delay="0">
                    <p:tgtEl>
                      <p:spTgt spid="1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3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39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4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2" restart="whenNotActive" fill="hold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4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47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4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0" restart="whenNotActive" fill="hold" nodeType="interactiveSeq">
                <p:stCondLst>
                  <p:cond evt="onClick" delay="0">
                    <p:tgtEl>
                      <p:spTgt spid="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5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55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5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8" restart="whenNotActive" fill="hold" nodeType="interactiveSeq">
                <p:stCondLst>
                  <p:cond evt="onClick" delay="0">
                    <p:tgtEl>
                      <p:spTgt spid="1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6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63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6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6" restart="whenNotActive" fill="hold" nodeType="interactiveSeq">
                <p:stCondLst>
                  <p:cond evt="onClick" delay="0">
                    <p:tgtEl>
                      <p:spTgt spid="1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7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71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7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74" restart="whenNotActive" fill="hold" nodeType="interactiveSeq">
                <p:stCondLst>
                  <p:cond evt="onClick" delay="0">
                    <p:tgtEl>
                      <p:spTgt spid="1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7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79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8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82" restart="whenNotActive" fill="hold" nodeType="interactiveSeq">
                <p:stCondLst>
                  <p:cond evt="onClick" delay="0">
                    <p:tgtEl>
                      <p:spTgt spid="1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8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87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8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90" restart="whenNotActive" fill="hold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9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95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9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98" restart="whenNotActive" fill="hold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0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03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0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06" restart="whenNotActive" fill="hold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1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11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1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14" restart="whenNotActive" fill="hold" nodeType="interactiveSeq">
                <p:stCondLst>
                  <p:cond evt="onClick" delay="0">
                    <p:tgtEl>
                      <p:spTgt spid="1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1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19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2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22" restart="whenNotActive" fill="hold" nodeType="interactiveSeq">
                <p:stCondLst>
                  <p:cond evt="onClick" delay="0">
                    <p:tgtEl>
                      <p:spTgt spid="1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2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27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2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30" restart="whenNotActive" fill="hold" nodeType="interactiveSeq">
                <p:stCondLst>
                  <p:cond evt="onClick" delay="0">
                    <p:tgtEl>
                      <p:spTgt spid="1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3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35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3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38" restart="whenNotActive" fill="hold" nodeType="interactiveSeq">
                <p:stCondLst>
                  <p:cond evt="onClick" delay="0">
                    <p:tgtEl>
                      <p:spTgt spid="1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4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43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4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46" restart="whenNotActive" fill="hold" nodeType="interactiveSeq">
                <p:stCondLst>
                  <p:cond evt="onClick" delay="0">
                    <p:tgtEl>
                      <p:spTgt spid="1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5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51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5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54" restart="whenNotActive" fill="hold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5" fill="hold">
                      <p:stCondLst>
                        <p:cond delay="0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5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59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6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B2A6B"/>
            </a:gs>
            <a:gs pos="55000">
              <a:srgbClr val="4C63C7"/>
            </a:gs>
            <a:gs pos="100000">
              <a:srgbClr val="FFE9A8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96000" y="180000"/>
            <a:ext cx="11000000" cy="10000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CA" sz="3200" b="1">
                <a:solidFill>
                  <a:srgbClr val="FFFFFF"/>
                </a:solidFill>
                <a:latin typeface="Verdana"/>
              </a:rPr>
              <a:t>Good Morning! Tap your star.</a:t>
            </a:r>
          </a:p>
          <a:p>
            <a:pPr algn="ctr"/>
            <a:r>
              <a:rPr lang="en-CA" sz="1400">
                <a:solidFill>
                  <a:srgbClr val="FFF3CC"/>
                </a:solidFill>
                <a:latin typeface="Verdana"/>
              </a:rPr>
              <a:t>Stars still on the board are the friends we miss today.</a:t>
            </a:r>
          </a:p>
        </p:txBody>
      </p:sp>
      <p:grpSp>
        <p:nvGrpSpPr>
          <p:cNvPr id="101" name="Tap Ava"/>
          <p:cNvGrpSpPr/>
          <p:nvPr/>
        </p:nvGrpSpPr>
        <p:grpSpPr>
          <a:xfrm>
            <a:off x="469199" y="1293500"/>
            <a:ext cx="1500000" cy="1250000"/>
            <a:chOff x="0" y="0"/>
            <a:chExt cx="1500000" cy="1250000"/>
          </a:xfrm>
        </p:grpSpPr>
        <p:sp>
          <p:nvSpPr>
            <p:cNvPr id="102" name="Card Ava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2B705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03" name="Art Ava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0000" y="50167"/>
              <a:ext cx="780000" cy="759666"/>
            </a:xfrm>
            <a:prstGeom prst="rect">
              <a:avLst/>
            </a:prstGeom>
          </p:spPr>
        </p:pic>
        <p:sp>
          <p:nvSpPr>
            <p:cNvPr id="104" name="Name Ava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B2A6B"/>
                  </a:solidFill>
                  <a:latin typeface="Verdana"/>
                </a:rPr>
                <a:t>Ava</a:t>
              </a:r>
            </a:p>
          </p:txBody>
        </p:sp>
      </p:grpSp>
      <p:grpSp>
        <p:nvGrpSpPr>
          <p:cNvPr id="105" name="Tap Liam"/>
          <p:cNvGrpSpPr/>
          <p:nvPr/>
        </p:nvGrpSpPr>
        <p:grpSpPr>
          <a:xfrm>
            <a:off x="2907599" y="1293500"/>
            <a:ext cx="1500000" cy="1250000"/>
            <a:chOff x="0" y="0"/>
            <a:chExt cx="1500000" cy="1250000"/>
          </a:xfrm>
        </p:grpSpPr>
        <p:sp>
          <p:nvSpPr>
            <p:cNvPr id="106" name="Card Liam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2B705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07" name="Art Liam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0000" y="50167"/>
              <a:ext cx="780000" cy="759666"/>
            </a:xfrm>
            <a:prstGeom prst="rect">
              <a:avLst/>
            </a:prstGeom>
          </p:spPr>
        </p:pic>
        <p:sp>
          <p:nvSpPr>
            <p:cNvPr id="108" name="Name Liam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B2A6B"/>
                  </a:solidFill>
                  <a:latin typeface="Verdana"/>
                </a:rPr>
                <a:t>Liam</a:t>
              </a:r>
            </a:p>
          </p:txBody>
        </p:sp>
      </p:grpSp>
      <p:grpSp>
        <p:nvGrpSpPr>
          <p:cNvPr id="109" name="Tap Mia"/>
          <p:cNvGrpSpPr/>
          <p:nvPr/>
        </p:nvGrpSpPr>
        <p:grpSpPr>
          <a:xfrm>
            <a:off x="5345999" y="1293500"/>
            <a:ext cx="1500000" cy="1250000"/>
            <a:chOff x="0" y="0"/>
            <a:chExt cx="1500000" cy="1250000"/>
          </a:xfrm>
        </p:grpSpPr>
        <p:sp>
          <p:nvSpPr>
            <p:cNvPr id="110" name="Card Mia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2B705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11" name="Art Mia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0000" y="50167"/>
              <a:ext cx="780000" cy="759666"/>
            </a:xfrm>
            <a:prstGeom prst="rect">
              <a:avLst/>
            </a:prstGeom>
          </p:spPr>
        </p:pic>
        <p:sp>
          <p:nvSpPr>
            <p:cNvPr id="112" name="Name Mia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B2A6B"/>
                  </a:solidFill>
                  <a:latin typeface="Verdana"/>
                </a:rPr>
                <a:t>Mia</a:t>
              </a:r>
            </a:p>
          </p:txBody>
        </p:sp>
      </p:grpSp>
      <p:grpSp>
        <p:nvGrpSpPr>
          <p:cNvPr id="113" name="Tap Noah"/>
          <p:cNvGrpSpPr/>
          <p:nvPr/>
        </p:nvGrpSpPr>
        <p:grpSpPr>
          <a:xfrm>
            <a:off x="7784399" y="1293500"/>
            <a:ext cx="1500000" cy="1250000"/>
            <a:chOff x="0" y="0"/>
            <a:chExt cx="1500000" cy="1250000"/>
          </a:xfrm>
        </p:grpSpPr>
        <p:sp>
          <p:nvSpPr>
            <p:cNvPr id="114" name="Card Noah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2B705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15" name="Art Noah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0000" y="50167"/>
              <a:ext cx="780000" cy="759666"/>
            </a:xfrm>
            <a:prstGeom prst="rect">
              <a:avLst/>
            </a:prstGeom>
          </p:spPr>
        </p:pic>
        <p:sp>
          <p:nvSpPr>
            <p:cNvPr id="116" name="Name Noah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B2A6B"/>
                  </a:solidFill>
                  <a:latin typeface="Verdana"/>
                </a:rPr>
                <a:t>Noah</a:t>
              </a:r>
            </a:p>
          </p:txBody>
        </p:sp>
      </p:grpSp>
      <p:grpSp>
        <p:nvGrpSpPr>
          <p:cNvPr id="117" name="Tap Zoe"/>
          <p:cNvGrpSpPr/>
          <p:nvPr/>
        </p:nvGrpSpPr>
        <p:grpSpPr>
          <a:xfrm>
            <a:off x="10222799" y="1293500"/>
            <a:ext cx="1500000" cy="1250000"/>
            <a:chOff x="0" y="0"/>
            <a:chExt cx="1500000" cy="1250000"/>
          </a:xfrm>
        </p:grpSpPr>
        <p:sp>
          <p:nvSpPr>
            <p:cNvPr id="118" name="Card Zoe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2B705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19" name="Art Zoe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0000" y="50167"/>
              <a:ext cx="780000" cy="759666"/>
            </a:xfrm>
            <a:prstGeom prst="rect">
              <a:avLst/>
            </a:prstGeom>
          </p:spPr>
        </p:pic>
        <p:sp>
          <p:nvSpPr>
            <p:cNvPr id="120" name="Name Zoe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B2A6B"/>
                  </a:solidFill>
                  <a:latin typeface="Verdana"/>
                </a:rPr>
                <a:t>Zoe</a:t>
              </a:r>
            </a:p>
          </p:txBody>
        </p:sp>
      </p:grpSp>
      <p:grpSp>
        <p:nvGrpSpPr>
          <p:cNvPr id="121" name="Tap Ethan"/>
          <p:cNvGrpSpPr/>
          <p:nvPr/>
        </p:nvGrpSpPr>
        <p:grpSpPr>
          <a:xfrm>
            <a:off x="469199" y="2640500"/>
            <a:ext cx="1500000" cy="1250000"/>
            <a:chOff x="0" y="0"/>
            <a:chExt cx="1500000" cy="1250000"/>
          </a:xfrm>
        </p:grpSpPr>
        <p:sp>
          <p:nvSpPr>
            <p:cNvPr id="122" name="Card Ethan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2B705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23" name="Art Ethan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0000" y="50167"/>
              <a:ext cx="780000" cy="759666"/>
            </a:xfrm>
            <a:prstGeom prst="rect">
              <a:avLst/>
            </a:prstGeom>
          </p:spPr>
        </p:pic>
        <p:sp>
          <p:nvSpPr>
            <p:cNvPr id="124" name="Name Ethan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B2A6B"/>
                  </a:solidFill>
                  <a:latin typeface="Verdana"/>
                </a:rPr>
                <a:t>Ethan</a:t>
              </a:r>
            </a:p>
          </p:txBody>
        </p:sp>
      </p:grpSp>
      <p:grpSp>
        <p:nvGrpSpPr>
          <p:cNvPr id="125" name="Tap Lily"/>
          <p:cNvGrpSpPr/>
          <p:nvPr/>
        </p:nvGrpSpPr>
        <p:grpSpPr>
          <a:xfrm>
            <a:off x="2907599" y="2640500"/>
            <a:ext cx="1500000" cy="1250000"/>
            <a:chOff x="0" y="0"/>
            <a:chExt cx="1500000" cy="1250000"/>
          </a:xfrm>
        </p:grpSpPr>
        <p:sp>
          <p:nvSpPr>
            <p:cNvPr id="126" name="Card Lily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2B705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27" name="Art Lily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0000" y="50167"/>
              <a:ext cx="780000" cy="759666"/>
            </a:xfrm>
            <a:prstGeom prst="rect">
              <a:avLst/>
            </a:prstGeom>
          </p:spPr>
        </p:pic>
        <p:sp>
          <p:nvSpPr>
            <p:cNvPr id="128" name="Name Lily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B2A6B"/>
                  </a:solidFill>
                  <a:latin typeface="Verdana"/>
                </a:rPr>
                <a:t>Lily</a:t>
              </a:r>
            </a:p>
          </p:txBody>
        </p:sp>
      </p:grpSp>
      <p:grpSp>
        <p:nvGrpSpPr>
          <p:cNvPr id="129" name="Tap Owen"/>
          <p:cNvGrpSpPr/>
          <p:nvPr/>
        </p:nvGrpSpPr>
        <p:grpSpPr>
          <a:xfrm>
            <a:off x="5345999" y="2640500"/>
            <a:ext cx="1500000" cy="1250000"/>
            <a:chOff x="0" y="0"/>
            <a:chExt cx="1500000" cy="1250000"/>
          </a:xfrm>
        </p:grpSpPr>
        <p:sp>
          <p:nvSpPr>
            <p:cNvPr id="130" name="Card Owen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2B705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31" name="Art Owen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0000" y="50167"/>
              <a:ext cx="780000" cy="759666"/>
            </a:xfrm>
            <a:prstGeom prst="rect">
              <a:avLst/>
            </a:prstGeom>
          </p:spPr>
        </p:pic>
        <p:sp>
          <p:nvSpPr>
            <p:cNvPr id="132" name="Name Owen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B2A6B"/>
                  </a:solidFill>
                  <a:latin typeface="Verdana"/>
                </a:rPr>
                <a:t>Owen</a:t>
              </a:r>
            </a:p>
          </p:txBody>
        </p:sp>
      </p:grpSp>
      <p:grpSp>
        <p:nvGrpSpPr>
          <p:cNvPr id="133" name="Tap Ruby"/>
          <p:cNvGrpSpPr/>
          <p:nvPr/>
        </p:nvGrpSpPr>
        <p:grpSpPr>
          <a:xfrm>
            <a:off x="7784399" y="2640500"/>
            <a:ext cx="1500000" cy="1250000"/>
            <a:chOff x="0" y="0"/>
            <a:chExt cx="1500000" cy="1250000"/>
          </a:xfrm>
        </p:grpSpPr>
        <p:sp>
          <p:nvSpPr>
            <p:cNvPr id="134" name="Card Ruby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2B705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35" name="Art Ruby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0000" y="50167"/>
              <a:ext cx="780000" cy="759666"/>
            </a:xfrm>
            <a:prstGeom prst="rect">
              <a:avLst/>
            </a:prstGeom>
          </p:spPr>
        </p:pic>
        <p:sp>
          <p:nvSpPr>
            <p:cNvPr id="136" name="Name Ruby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B2A6B"/>
                  </a:solidFill>
                  <a:latin typeface="Verdana"/>
                </a:rPr>
                <a:t>Ruby</a:t>
              </a:r>
            </a:p>
          </p:txBody>
        </p:sp>
      </p:grpSp>
      <p:grpSp>
        <p:nvGrpSpPr>
          <p:cNvPr id="137" name="Tap Jack"/>
          <p:cNvGrpSpPr/>
          <p:nvPr/>
        </p:nvGrpSpPr>
        <p:grpSpPr>
          <a:xfrm>
            <a:off x="10222799" y="2640500"/>
            <a:ext cx="1500000" cy="1250000"/>
            <a:chOff x="0" y="0"/>
            <a:chExt cx="1500000" cy="1250000"/>
          </a:xfrm>
        </p:grpSpPr>
        <p:sp>
          <p:nvSpPr>
            <p:cNvPr id="138" name="Card Jack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2B705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39" name="Art Jack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0000" y="50167"/>
              <a:ext cx="780000" cy="759666"/>
            </a:xfrm>
            <a:prstGeom prst="rect">
              <a:avLst/>
            </a:prstGeom>
          </p:spPr>
        </p:pic>
        <p:sp>
          <p:nvSpPr>
            <p:cNvPr id="140" name="Name Jack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B2A6B"/>
                  </a:solidFill>
                  <a:latin typeface="Verdana"/>
                </a:rPr>
                <a:t>Jack</a:t>
              </a:r>
            </a:p>
          </p:txBody>
        </p:sp>
      </p:grpSp>
      <p:grpSp>
        <p:nvGrpSpPr>
          <p:cNvPr id="141" name="Tap Ella"/>
          <p:cNvGrpSpPr/>
          <p:nvPr/>
        </p:nvGrpSpPr>
        <p:grpSpPr>
          <a:xfrm>
            <a:off x="469199" y="3987500"/>
            <a:ext cx="1500000" cy="1250000"/>
            <a:chOff x="0" y="0"/>
            <a:chExt cx="1500000" cy="1250000"/>
          </a:xfrm>
        </p:grpSpPr>
        <p:sp>
          <p:nvSpPr>
            <p:cNvPr id="142" name="Card Ella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2B705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43" name="Art Ella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0000" y="50167"/>
              <a:ext cx="780000" cy="759666"/>
            </a:xfrm>
            <a:prstGeom prst="rect">
              <a:avLst/>
            </a:prstGeom>
          </p:spPr>
        </p:pic>
        <p:sp>
          <p:nvSpPr>
            <p:cNvPr id="144" name="Name Ella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B2A6B"/>
                  </a:solidFill>
                  <a:latin typeface="Verdana"/>
                </a:rPr>
                <a:t>Ella</a:t>
              </a:r>
            </a:p>
          </p:txBody>
        </p:sp>
      </p:grpSp>
      <p:grpSp>
        <p:nvGrpSpPr>
          <p:cNvPr id="145" name="Tap Caleb"/>
          <p:cNvGrpSpPr/>
          <p:nvPr/>
        </p:nvGrpSpPr>
        <p:grpSpPr>
          <a:xfrm>
            <a:off x="2907599" y="3987500"/>
            <a:ext cx="1500000" cy="1250000"/>
            <a:chOff x="0" y="0"/>
            <a:chExt cx="1500000" cy="1250000"/>
          </a:xfrm>
        </p:grpSpPr>
        <p:sp>
          <p:nvSpPr>
            <p:cNvPr id="146" name="Card Caleb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2B705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47" name="Art Caleb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0000" y="50167"/>
              <a:ext cx="780000" cy="759666"/>
            </a:xfrm>
            <a:prstGeom prst="rect">
              <a:avLst/>
            </a:prstGeom>
          </p:spPr>
        </p:pic>
        <p:sp>
          <p:nvSpPr>
            <p:cNvPr id="148" name="Name Caleb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B2A6B"/>
                  </a:solidFill>
                  <a:latin typeface="Verdana"/>
                </a:rPr>
                <a:t>Caleb</a:t>
              </a:r>
            </a:p>
          </p:txBody>
        </p:sp>
      </p:grpSp>
      <p:grpSp>
        <p:nvGrpSpPr>
          <p:cNvPr id="149" name="Tap Nora"/>
          <p:cNvGrpSpPr/>
          <p:nvPr/>
        </p:nvGrpSpPr>
        <p:grpSpPr>
          <a:xfrm>
            <a:off x="5345999" y="3987500"/>
            <a:ext cx="1500000" cy="1250000"/>
            <a:chOff x="0" y="0"/>
            <a:chExt cx="1500000" cy="1250000"/>
          </a:xfrm>
        </p:grpSpPr>
        <p:sp>
          <p:nvSpPr>
            <p:cNvPr id="150" name="Card Nora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2B705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51" name="Art Nora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0000" y="50167"/>
              <a:ext cx="780000" cy="759666"/>
            </a:xfrm>
            <a:prstGeom prst="rect">
              <a:avLst/>
            </a:prstGeom>
          </p:spPr>
        </p:pic>
        <p:sp>
          <p:nvSpPr>
            <p:cNvPr id="152" name="Name Nora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B2A6B"/>
                  </a:solidFill>
                  <a:latin typeface="Verdana"/>
                </a:rPr>
                <a:t>Nora</a:t>
              </a:r>
            </a:p>
          </p:txBody>
        </p:sp>
      </p:grpSp>
      <p:grpSp>
        <p:nvGrpSpPr>
          <p:cNvPr id="153" name="Tap Milo"/>
          <p:cNvGrpSpPr/>
          <p:nvPr/>
        </p:nvGrpSpPr>
        <p:grpSpPr>
          <a:xfrm>
            <a:off x="7784399" y="3987500"/>
            <a:ext cx="1500000" cy="1250000"/>
            <a:chOff x="0" y="0"/>
            <a:chExt cx="1500000" cy="1250000"/>
          </a:xfrm>
        </p:grpSpPr>
        <p:sp>
          <p:nvSpPr>
            <p:cNvPr id="154" name="Card Milo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2B705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55" name="Art Milo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0000" y="50167"/>
              <a:ext cx="780000" cy="759666"/>
            </a:xfrm>
            <a:prstGeom prst="rect">
              <a:avLst/>
            </a:prstGeom>
          </p:spPr>
        </p:pic>
        <p:sp>
          <p:nvSpPr>
            <p:cNvPr id="156" name="Name Milo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B2A6B"/>
                  </a:solidFill>
                  <a:latin typeface="Verdana"/>
                </a:rPr>
                <a:t>Milo</a:t>
              </a:r>
            </a:p>
          </p:txBody>
        </p:sp>
      </p:grpSp>
      <p:grpSp>
        <p:nvGrpSpPr>
          <p:cNvPr id="157" name="Tap Sadie"/>
          <p:cNvGrpSpPr/>
          <p:nvPr/>
        </p:nvGrpSpPr>
        <p:grpSpPr>
          <a:xfrm>
            <a:off x="10222799" y="3987500"/>
            <a:ext cx="1500000" cy="1250000"/>
            <a:chOff x="0" y="0"/>
            <a:chExt cx="1500000" cy="1250000"/>
          </a:xfrm>
        </p:grpSpPr>
        <p:sp>
          <p:nvSpPr>
            <p:cNvPr id="158" name="Card Sadie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2B705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59" name="Art Sadie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0000" y="50167"/>
              <a:ext cx="780000" cy="759666"/>
            </a:xfrm>
            <a:prstGeom prst="rect">
              <a:avLst/>
            </a:prstGeom>
          </p:spPr>
        </p:pic>
        <p:sp>
          <p:nvSpPr>
            <p:cNvPr id="160" name="Name Sadie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B2A6B"/>
                  </a:solidFill>
                  <a:latin typeface="Verdana"/>
                </a:rPr>
                <a:t>Sadie</a:t>
              </a:r>
            </a:p>
          </p:txBody>
        </p:sp>
      </p:grpSp>
      <p:grpSp>
        <p:nvGrpSpPr>
          <p:cNvPr id="161" name="Tap Theo"/>
          <p:cNvGrpSpPr/>
          <p:nvPr/>
        </p:nvGrpSpPr>
        <p:grpSpPr>
          <a:xfrm>
            <a:off x="469199" y="5334500"/>
            <a:ext cx="1500000" cy="1250000"/>
            <a:chOff x="0" y="0"/>
            <a:chExt cx="1500000" cy="1250000"/>
          </a:xfrm>
        </p:grpSpPr>
        <p:sp>
          <p:nvSpPr>
            <p:cNvPr id="162" name="Card Theo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2B705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63" name="Art Theo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0000" y="50167"/>
              <a:ext cx="780000" cy="759666"/>
            </a:xfrm>
            <a:prstGeom prst="rect">
              <a:avLst/>
            </a:prstGeom>
          </p:spPr>
        </p:pic>
        <p:sp>
          <p:nvSpPr>
            <p:cNvPr id="164" name="Name Theo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B2A6B"/>
                  </a:solidFill>
                  <a:latin typeface="Verdana"/>
                </a:rPr>
                <a:t>Theo</a:t>
              </a:r>
            </a:p>
          </p:txBody>
        </p:sp>
      </p:grpSp>
      <p:grpSp>
        <p:nvGrpSpPr>
          <p:cNvPr id="165" name="Tap Ivy"/>
          <p:cNvGrpSpPr/>
          <p:nvPr/>
        </p:nvGrpSpPr>
        <p:grpSpPr>
          <a:xfrm>
            <a:off x="2907599" y="5334500"/>
            <a:ext cx="1500000" cy="1250000"/>
            <a:chOff x="0" y="0"/>
            <a:chExt cx="1500000" cy="1250000"/>
          </a:xfrm>
        </p:grpSpPr>
        <p:sp>
          <p:nvSpPr>
            <p:cNvPr id="166" name="Card Ivy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2B705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67" name="Art Ivy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0000" y="50167"/>
              <a:ext cx="780000" cy="759666"/>
            </a:xfrm>
            <a:prstGeom prst="rect">
              <a:avLst/>
            </a:prstGeom>
          </p:spPr>
        </p:pic>
        <p:sp>
          <p:nvSpPr>
            <p:cNvPr id="168" name="Name Ivy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B2A6B"/>
                  </a:solidFill>
                  <a:latin typeface="Verdana"/>
                </a:rPr>
                <a:t>Ivy</a:t>
              </a:r>
            </a:p>
          </p:txBody>
        </p:sp>
      </p:grpSp>
      <p:grpSp>
        <p:nvGrpSpPr>
          <p:cNvPr id="169" name="Tap Finn"/>
          <p:cNvGrpSpPr/>
          <p:nvPr/>
        </p:nvGrpSpPr>
        <p:grpSpPr>
          <a:xfrm>
            <a:off x="5345999" y="5334500"/>
            <a:ext cx="1500000" cy="1250000"/>
            <a:chOff x="0" y="0"/>
            <a:chExt cx="1500000" cy="1250000"/>
          </a:xfrm>
        </p:grpSpPr>
        <p:sp>
          <p:nvSpPr>
            <p:cNvPr id="170" name="Card Finn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2B705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71" name="Art Finn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0000" y="50167"/>
              <a:ext cx="780000" cy="759666"/>
            </a:xfrm>
            <a:prstGeom prst="rect">
              <a:avLst/>
            </a:prstGeom>
          </p:spPr>
        </p:pic>
        <p:sp>
          <p:nvSpPr>
            <p:cNvPr id="172" name="Name Finn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B2A6B"/>
                  </a:solidFill>
                  <a:latin typeface="Verdana"/>
                </a:rPr>
                <a:t>Finn</a:t>
              </a:r>
            </a:p>
          </p:txBody>
        </p:sp>
      </p:grpSp>
      <p:grpSp>
        <p:nvGrpSpPr>
          <p:cNvPr id="173" name="Tap Hazel"/>
          <p:cNvGrpSpPr/>
          <p:nvPr/>
        </p:nvGrpSpPr>
        <p:grpSpPr>
          <a:xfrm>
            <a:off x="7784399" y="5334500"/>
            <a:ext cx="1500000" cy="1250000"/>
            <a:chOff x="0" y="0"/>
            <a:chExt cx="1500000" cy="1250000"/>
          </a:xfrm>
        </p:grpSpPr>
        <p:sp>
          <p:nvSpPr>
            <p:cNvPr id="174" name="Card Hazel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2B705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75" name="Art Hazel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0000" y="50167"/>
              <a:ext cx="780000" cy="759666"/>
            </a:xfrm>
            <a:prstGeom prst="rect">
              <a:avLst/>
            </a:prstGeom>
          </p:spPr>
        </p:pic>
        <p:sp>
          <p:nvSpPr>
            <p:cNvPr id="176" name="Name Hazel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B2A6B"/>
                  </a:solidFill>
                  <a:latin typeface="Verdana"/>
                </a:rPr>
                <a:t>Hazel</a:t>
              </a:r>
            </a:p>
          </p:txBody>
        </p:sp>
      </p:grpSp>
      <p:grpSp>
        <p:nvGrpSpPr>
          <p:cNvPr id="177" name="Tap Leo"/>
          <p:cNvGrpSpPr/>
          <p:nvPr/>
        </p:nvGrpSpPr>
        <p:grpSpPr>
          <a:xfrm>
            <a:off x="10222799" y="5334500"/>
            <a:ext cx="1500000" cy="1250000"/>
            <a:chOff x="0" y="0"/>
            <a:chExt cx="1500000" cy="1250000"/>
          </a:xfrm>
        </p:grpSpPr>
        <p:sp>
          <p:nvSpPr>
            <p:cNvPr id="178" name="Card Leo"/>
            <p:cNvSpPr/>
            <p:nvPr/>
          </p:nvSpPr>
          <p:spPr>
            <a:xfrm>
              <a:off x="0" y="0"/>
              <a:ext cx="1500000" cy="125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28575">
              <a:solidFill>
                <a:srgbClr val="F2B705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79" name="Art Leo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0000" y="50167"/>
              <a:ext cx="780000" cy="759666"/>
            </a:xfrm>
            <a:prstGeom prst="rect">
              <a:avLst/>
            </a:prstGeom>
          </p:spPr>
        </p:pic>
        <p:sp>
          <p:nvSpPr>
            <p:cNvPr id="180" name="Name Leo"/>
            <p:cNvSpPr txBox="1"/>
            <p:nvPr/>
          </p:nvSpPr>
          <p:spPr>
            <a:xfrm>
              <a:off x="80000" y="840000"/>
              <a:ext cx="1340000" cy="300000"/>
            </a:xfrm>
            <a:prstGeom prst="rect">
              <a:avLst/>
            </a:prstGeom>
          </p:spPr>
          <p:txBody>
            <a:bodyPr lIns="18000" tIns="0" rIns="18000" bIns="0" anchor="ctr">
              <a:noAutofit/>
            </a:bodyPr>
            <a:lstStyle/>
            <a:p>
              <a:pPr algn="ctr"/>
              <a:r>
                <a:rPr lang="en-CA" sz="1600" b="1">
                  <a:solidFill>
                    <a:srgbClr val="1B2A6B"/>
                  </a:solidFill>
                  <a:latin typeface="Verdana"/>
                </a:rPr>
                <a:t>Leo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nodeType="interactiveSeq">
                <p:stCondLst>
                  <p:cond evt="onClick" delay="0">
                    <p:tgtEl>
                      <p:spTgt spid="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7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0" restart="whenNotActive" fill="hold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5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8" restart="whenNotActive" fill="hold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2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23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2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6" restart="whenNotActive" fill="hold" nodeType="interactiveSeq">
                <p:stCondLst>
                  <p:cond evt="onClick" delay="0">
                    <p:tgtEl>
                      <p:spTgt spid="1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3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31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3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34" restart="whenNotActive" fill="hold" nodeType="interactiveSeq">
                <p:stCondLst>
                  <p:cond evt="onClick" delay="0">
                    <p:tgtEl>
                      <p:spTgt spid="1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3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39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4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42" restart="whenNotActive" fill="hold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4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47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4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0" restart="whenNotActive" fill="hold" nodeType="interactiveSeq">
                <p:stCondLst>
                  <p:cond evt="onClick" delay="0">
                    <p:tgtEl>
                      <p:spTgt spid="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5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55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5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58" restart="whenNotActive" fill="hold" nodeType="interactiveSeq">
                <p:stCondLst>
                  <p:cond evt="onClick" delay="0">
                    <p:tgtEl>
                      <p:spTgt spid="1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6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63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6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66" restart="whenNotActive" fill="hold" nodeType="interactiveSeq">
                <p:stCondLst>
                  <p:cond evt="onClick" delay="0">
                    <p:tgtEl>
                      <p:spTgt spid="1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7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71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7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74" restart="whenNotActive" fill="hold" nodeType="interactiveSeq">
                <p:stCondLst>
                  <p:cond evt="onClick" delay="0">
                    <p:tgtEl>
                      <p:spTgt spid="1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7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79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8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82" restart="whenNotActive" fill="hold" nodeType="interactiveSeq">
                <p:stCondLst>
                  <p:cond evt="onClick" delay="0">
                    <p:tgtEl>
                      <p:spTgt spid="1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8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87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8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90" restart="whenNotActive" fill="hold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9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95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9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98" restart="whenNotActive" fill="hold" nodeType="interactiveSeq">
                <p:stCondLst>
                  <p:cond evt="onClick" delay="0">
                    <p:tgtEl>
                      <p:spTgt spid="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0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03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0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06" restart="whenNotActive" fill="hold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1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11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1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14" restart="whenNotActive" fill="hold" nodeType="interactiveSeq">
                <p:stCondLst>
                  <p:cond evt="onClick" delay="0">
                    <p:tgtEl>
                      <p:spTgt spid="1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1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19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2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22" restart="whenNotActive" fill="hold" nodeType="interactiveSeq">
                <p:stCondLst>
                  <p:cond evt="onClick" delay="0">
                    <p:tgtEl>
                      <p:spTgt spid="1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2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27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2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30" restart="whenNotActive" fill="hold" nodeType="interactiveSeq">
                <p:stCondLst>
                  <p:cond evt="onClick" delay="0">
                    <p:tgtEl>
                      <p:spTgt spid="1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3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35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36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38" restart="whenNotActive" fill="hold" nodeType="interactiveSeq">
                <p:stCondLst>
                  <p:cond evt="onClick" delay="0">
                    <p:tgtEl>
                      <p:spTgt spid="1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4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43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44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46" restart="whenNotActive" fill="hold" nodeType="interactiveSeq">
                <p:stCondLst>
                  <p:cond evt="onClick" delay="0">
                    <p:tgtEl>
                      <p:spTgt spid="1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5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51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52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54" restart="whenNotActive" fill="hold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5" fill="hold">
                      <p:stCondLst>
                        <p:cond delay="0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1.2500" pathEditMode="relative" ptsTypes="">
                                      <p:cBhvr>
                                        <p:cTn id="158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21600000">
                                      <p:cBhvr>
                                        <p:cTn id="159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Scale>
                                      <p:cBhvr>
                                        <p:cTn id="16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  <p:to x="25000" y="25000"/>
                                    </p:animScale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170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198</Words>
  <Application>Microsoft Office PowerPoint</Application>
  <PresentationFormat>Widescreen</PresentationFormat>
  <Paragraphs>110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Sally Smith</dc:creator>
  <cp:lastModifiedBy>Sally Smith</cp:lastModifiedBy>
  <cp:revision>5</cp:revision>
  <dcterms:created xsi:type="dcterms:W3CDTF">2026-09-14T03:18:07Z</dcterms:created>
  <dcterms:modified xsi:type="dcterms:W3CDTF">2026-09-14T04:00:34Z</dcterms:modified>
</cp:coreProperties>
</file>